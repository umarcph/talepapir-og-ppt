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43"/>
  </p:normalViewPr>
  <p:slideViewPr>
    <p:cSldViewPr snapToGrid="0">
      <p:cViewPr varScale="1">
        <p:scale>
          <a:sx n="110" d="100"/>
          <a:sy n="110" d="100"/>
        </p:scale>
        <p:origin x="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08B645-F5DC-44C6-AF6D-A12AC5ACD60D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5BEE993-BAD6-4D27-A105-C5265A27647A}">
      <dgm:prSet/>
      <dgm:spPr/>
      <dgm:t>
        <a:bodyPr/>
        <a:lstStyle/>
        <a:p>
          <a:r>
            <a:rPr lang="da-DK"/>
            <a:t>Formålet er at identificere forskellige afleveringsprofiler blandt spillere ved hjælp af clustering. </a:t>
          </a:r>
          <a:endParaRPr lang="en-US"/>
        </a:p>
      </dgm:t>
    </dgm:pt>
    <dgm:pt modelId="{50843EAD-2E45-449B-9D65-F17A7B5ACE88}" type="parTrans" cxnId="{FA46C390-20FB-4A5C-A501-BF698CC6CC91}">
      <dgm:prSet/>
      <dgm:spPr/>
      <dgm:t>
        <a:bodyPr/>
        <a:lstStyle/>
        <a:p>
          <a:endParaRPr lang="en-US"/>
        </a:p>
      </dgm:t>
    </dgm:pt>
    <dgm:pt modelId="{5D0E7521-7DCC-42E6-9243-E0FEE59A9D45}" type="sibTrans" cxnId="{FA46C390-20FB-4A5C-A501-BF698CC6CC91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41D875CE-CBA8-4E5F-8C93-B29A0449B99B}">
      <dgm:prSet/>
      <dgm:spPr/>
      <dgm:t>
        <a:bodyPr/>
        <a:lstStyle/>
        <a:p>
          <a:r>
            <a:rPr lang="da-DK"/>
            <a:t>Analysen tager udgangspunkt i afleveringshændelser, hvor hver observation indeholder information om spiller, hold og afleveringskarakteristika. </a:t>
          </a:r>
          <a:endParaRPr lang="en-US"/>
        </a:p>
      </dgm:t>
    </dgm:pt>
    <dgm:pt modelId="{597DD784-8C86-421A-ACBB-F4D1C1BC3BE3}" type="parTrans" cxnId="{3A6AF5D4-1B20-4BA5-A010-AEB51D5A9A35}">
      <dgm:prSet/>
      <dgm:spPr/>
      <dgm:t>
        <a:bodyPr/>
        <a:lstStyle/>
        <a:p>
          <a:endParaRPr lang="en-US"/>
        </a:p>
      </dgm:t>
    </dgm:pt>
    <dgm:pt modelId="{7529AE03-6FBB-49AD-A776-F7688945C0BF}" type="sibTrans" cxnId="{3A6AF5D4-1B20-4BA5-A010-AEB51D5A9A35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EA4E2AA3-20D4-41E3-BC76-EDA283888E06}">
      <dgm:prSet/>
      <dgm:spPr/>
      <dgm:t>
        <a:bodyPr/>
        <a:lstStyle/>
        <a:p>
          <a:r>
            <a:rPr lang="da-DK"/>
            <a:t>Målet er at skabe et datadrevet overblik over, hvordan spillere adskiller sig i deres afleveringsadfærd. </a:t>
          </a:r>
          <a:endParaRPr lang="en-US"/>
        </a:p>
      </dgm:t>
    </dgm:pt>
    <dgm:pt modelId="{C397A7CB-1095-44FF-800B-0C3D3D34ABCC}" type="parTrans" cxnId="{92536DF5-13CB-44B4-9DB8-D4F8DC344712}">
      <dgm:prSet/>
      <dgm:spPr/>
      <dgm:t>
        <a:bodyPr/>
        <a:lstStyle/>
        <a:p>
          <a:endParaRPr lang="en-US"/>
        </a:p>
      </dgm:t>
    </dgm:pt>
    <dgm:pt modelId="{C56EBFDD-92D1-4FC4-A837-10B01030D224}" type="sibTrans" cxnId="{92536DF5-13CB-44B4-9DB8-D4F8DC344712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1DAE6EDF-C759-4755-917F-7DF2E64243A6}">
      <dgm:prSet/>
      <dgm:spPr/>
      <dgm:t>
        <a:bodyPr/>
        <a:lstStyle/>
        <a:p>
          <a:r>
            <a:rPr lang="da-DK"/>
            <a:t>Analysen skal gøre det lettere for Brøndby IF at forstå forskellige spillerprofiler og bruge dem i både analyse og scouting. </a:t>
          </a:r>
          <a:endParaRPr lang="en-US"/>
        </a:p>
      </dgm:t>
    </dgm:pt>
    <dgm:pt modelId="{1663A363-37DC-4E7C-9CD8-B5475A596B22}" type="parTrans" cxnId="{D9B5A09C-5B85-403C-A33D-A0E847BD980F}">
      <dgm:prSet/>
      <dgm:spPr/>
      <dgm:t>
        <a:bodyPr/>
        <a:lstStyle/>
        <a:p>
          <a:endParaRPr lang="en-US"/>
        </a:p>
      </dgm:t>
    </dgm:pt>
    <dgm:pt modelId="{53768B62-B7AF-4FED-91D5-797F9DC7F353}" type="sibTrans" cxnId="{D9B5A09C-5B85-403C-A33D-A0E847BD980F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3A2F5F0E-F8FB-7E48-A153-60536EFE6EE1}" type="pres">
      <dgm:prSet presAssocID="{E308B645-F5DC-44C6-AF6D-A12AC5ACD60D}" presName="Name0" presStyleCnt="0">
        <dgm:presLayoutVars>
          <dgm:animLvl val="lvl"/>
          <dgm:resizeHandles val="exact"/>
        </dgm:presLayoutVars>
      </dgm:prSet>
      <dgm:spPr/>
    </dgm:pt>
    <dgm:pt modelId="{F3D11FBA-B78D-CF40-834B-AC455BC1FC20}" type="pres">
      <dgm:prSet presAssocID="{15BEE993-BAD6-4D27-A105-C5265A27647A}" presName="compositeNode" presStyleCnt="0">
        <dgm:presLayoutVars>
          <dgm:bulletEnabled val="1"/>
        </dgm:presLayoutVars>
      </dgm:prSet>
      <dgm:spPr/>
    </dgm:pt>
    <dgm:pt modelId="{175A1A13-DDBF-8C42-9212-F0A050A5632E}" type="pres">
      <dgm:prSet presAssocID="{15BEE993-BAD6-4D27-A105-C5265A27647A}" presName="bgRect" presStyleLbl="alignNode1" presStyleIdx="0" presStyleCnt="4"/>
      <dgm:spPr/>
    </dgm:pt>
    <dgm:pt modelId="{B58796F4-928C-784B-9E18-2C7AEF2DC480}" type="pres">
      <dgm:prSet presAssocID="{5D0E7521-7DCC-42E6-9243-E0FEE59A9D45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DF548B11-92EF-1941-BC9D-876412E9CDCE}" type="pres">
      <dgm:prSet presAssocID="{15BEE993-BAD6-4D27-A105-C5265A27647A}" presName="nodeRect" presStyleLbl="alignNode1" presStyleIdx="0" presStyleCnt="4">
        <dgm:presLayoutVars>
          <dgm:bulletEnabled val="1"/>
        </dgm:presLayoutVars>
      </dgm:prSet>
      <dgm:spPr/>
    </dgm:pt>
    <dgm:pt modelId="{56FC2A77-BAF5-3844-AB51-731D38FE5BEF}" type="pres">
      <dgm:prSet presAssocID="{5D0E7521-7DCC-42E6-9243-E0FEE59A9D45}" presName="sibTrans" presStyleCnt="0"/>
      <dgm:spPr/>
    </dgm:pt>
    <dgm:pt modelId="{76BD070B-205F-004D-9D61-394914A8094C}" type="pres">
      <dgm:prSet presAssocID="{41D875CE-CBA8-4E5F-8C93-B29A0449B99B}" presName="compositeNode" presStyleCnt="0">
        <dgm:presLayoutVars>
          <dgm:bulletEnabled val="1"/>
        </dgm:presLayoutVars>
      </dgm:prSet>
      <dgm:spPr/>
    </dgm:pt>
    <dgm:pt modelId="{80A9DC5C-8C41-B741-BD9F-C719C5AE16BC}" type="pres">
      <dgm:prSet presAssocID="{41D875CE-CBA8-4E5F-8C93-B29A0449B99B}" presName="bgRect" presStyleLbl="alignNode1" presStyleIdx="1" presStyleCnt="4"/>
      <dgm:spPr/>
    </dgm:pt>
    <dgm:pt modelId="{92C450C9-5295-B741-9D26-EB58EA9D19C8}" type="pres">
      <dgm:prSet presAssocID="{7529AE03-6FBB-49AD-A776-F7688945C0BF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36155452-A189-9F4C-A83B-50DC8EF1CF0A}" type="pres">
      <dgm:prSet presAssocID="{41D875CE-CBA8-4E5F-8C93-B29A0449B99B}" presName="nodeRect" presStyleLbl="alignNode1" presStyleIdx="1" presStyleCnt="4">
        <dgm:presLayoutVars>
          <dgm:bulletEnabled val="1"/>
        </dgm:presLayoutVars>
      </dgm:prSet>
      <dgm:spPr/>
    </dgm:pt>
    <dgm:pt modelId="{E8B0CF87-4B01-2341-BBD3-D92CAB942BE6}" type="pres">
      <dgm:prSet presAssocID="{7529AE03-6FBB-49AD-A776-F7688945C0BF}" presName="sibTrans" presStyleCnt="0"/>
      <dgm:spPr/>
    </dgm:pt>
    <dgm:pt modelId="{03D4C796-7B45-654A-8DD0-924416386A7F}" type="pres">
      <dgm:prSet presAssocID="{EA4E2AA3-20D4-41E3-BC76-EDA283888E06}" presName="compositeNode" presStyleCnt="0">
        <dgm:presLayoutVars>
          <dgm:bulletEnabled val="1"/>
        </dgm:presLayoutVars>
      </dgm:prSet>
      <dgm:spPr/>
    </dgm:pt>
    <dgm:pt modelId="{CC64E088-7F52-C343-ADAF-63A5D62B6378}" type="pres">
      <dgm:prSet presAssocID="{EA4E2AA3-20D4-41E3-BC76-EDA283888E06}" presName="bgRect" presStyleLbl="alignNode1" presStyleIdx="2" presStyleCnt="4"/>
      <dgm:spPr/>
    </dgm:pt>
    <dgm:pt modelId="{565D26F2-08CC-8B4C-84B4-206BE3019F4E}" type="pres">
      <dgm:prSet presAssocID="{C56EBFDD-92D1-4FC4-A837-10B01030D224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F81B73D4-CE7C-2B40-99E3-D7783F556F29}" type="pres">
      <dgm:prSet presAssocID="{EA4E2AA3-20D4-41E3-BC76-EDA283888E06}" presName="nodeRect" presStyleLbl="alignNode1" presStyleIdx="2" presStyleCnt="4">
        <dgm:presLayoutVars>
          <dgm:bulletEnabled val="1"/>
        </dgm:presLayoutVars>
      </dgm:prSet>
      <dgm:spPr/>
    </dgm:pt>
    <dgm:pt modelId="{26A691BF-C850-BB4F-A269-665DE572198F}" type="pres">
      <dgm:prSet presAssocID="{C56EBFDD-92D1-4FC4-A837-10B01030D224}" presName="sibTrans" presStyleCnt="0"/>
      <dgm:spPr/>
    </dgm:pt>
    <dgm:pt modelId="{6B2A6ED4-43A0-EC4D-B4BA-DDE174F6F73C}" type="pres">
      <dgm:prSet presAssocID="{1DAE6EDF-C759-4755-917F-7DF2E64243A6}" presName="compositeNode" presStyleCnt="0">
        <dgm:presLayoutVars>
          <dgm:bulletEnabled val="1"/>
        </dgm:presLayoutVars>
      </dgm:prSet>
      <dgm:spPr/>
    </dgm:pt>
    <dgm:pt modelId="{84BD2816-0156-F242-9A78-BDA53CF560B1}" type="pres">
      <dgm:prSet presAssocID="{1DAE6EDF-C759-4755-917F-7DF2E64243A6}" presName="bgRect" presStyleLbl="alignNode1" presStyleIdx="3" presStyleCnt="4"/>
      <dgm:spPr/>
    </dgm:pt>
    <dgm:pt modelId="{7F89A5D8-324D-894F-9CD5-537A9B077F2B}" type="pres">
      <dgm:prSet presAssocID="{53768B62-B7AF-4FED-91D5-797F9DC7F353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A4A82A76-338D-6445-9C0B-DC1EE45D55A1}" type="pres">
      <dgm:prSet presAssocID="{1DAE6EDF-C759-4755-917F-7DF2E64243A6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37203525-D960-2A42-9EEC-09CE421675CA}" type="presOf" srcId="{C56EBFDD-92D1-4FC4-A837-10B01030D224}" destId="{565D26F2-08CC-8B4C-84B4-206BE3019F4E}" srcOrd="0" destOrd="0" presId="urn:microsoft.com/office/officeart/2016/7/layout/LinearBlockProcessNumbered"/>
    <dgm:cxn modelId="{74FE872F-0D86-3D46-A1E7-1F7857BBB176}" type="presOf" srcId="{15BEE993-BAD6-4D27-A105-C5265A27647A}" destId="{DF548B11-92EF-1941-BC9D-876412E9CDCE}" srcOrd="1" destOrd="0" presId="urn:microsoft.com/office/officeart/2016/7/layout/LinearBlockProcessNumbered"/>
    <dgm:cxn modelId="{AF67D13A-D734-1440-892B-E1E11F8E26A7}" type="presOf" srcId="{41D875CE-CBA8-4E5F-8C93-B29A0449B99B}" destId="{36155452-A189-9F4C-A83B-50DC8EF1CF0A}" srcOrd="1" destOrd="0" presId="urn:microsoft.com/office/officeart/2016/7/layout/LinearBlockProcessNumbered"/>
    <dgm:cxn modelId="{B4804058-7386-F24D-810D-78E9651E5B01}" type="presOf" srcId="{15BEE993-BAD6-4D27-A105-C5265A27647A}" destId="{175A1A13-DDBF-8C42-9212-F0A050A5632E}" srcOrd="0" destOrd="0" presId="urn:microsoft.com/office/officeart/2016/7/layout/LinearBlockProcessNumbered"/>
    <dgm:cxn modelId="{53031161-BD2C-5649-9009-3408B9A45202}" type="presOf" srcId="{E308B645-F5DC-44C6-AF6D-A12AC5ACD60D}" destId="{3A2F5F0E-F8FB-7E48-A153-60536EFE6EE1}" srcOrd="0" destOrd="0" presId="urn:microsoft.com/office/officeart/2016/7/layout/LinearBlockProcessNumbered"/>
    <dgm:cxn modelId="{E2808065-D537-D240-8C93-D2401DFE9673}" type="presOf" srcId="{EA4E2AA3-20D4-41E3-BC76-EDA283888E06}" destId="{CC64E088-7F52-C343-ADAF-63A5D62B6378}" srcOrd="0" destOrd="0" presId="urn:microsoft.com/office/officeart/2016/7/layout/LinearBlockProcessNumbered"/>
    <dgm:cxn modelId="{2B29E76B-8573-F641-AF01-6E6CC70B5C9F}" type="presOf" srcId="{1DAE6EDF-C759-4755-917F-7DF2E64243A6}" destId="{84BD2816-0156-F242-9A78-BDA53CF560B1}" srcOrd="0" destOrd="0" presId="urn:microsoft.com/office/officeart/2016/7/layout/LinearBlockProcessNumbered"/>
    <dgm:cxn modelId="{356CC485-13BC-154B-B76E-E01FB53FFA7A}" type="presOf" srcId="{EA4E2AA3-20D4-41E3-BC76-EDA283888E06}" destId="{F81B73D4-CE7C-2B40-99E3-D7783F556F29}" srcOrd="1" destOrd="0" presId="urn:microsoft.com/office/officeart/2016/7/layout/LinearBlockProcessNumbered"/>
    <dgm:cxn modelId="{FA46C390-20FB-4A5C-A501-BF698CC6CC91}" srcId="{E308B645-F5DC-44C6-AF6D-A12AC5ACD60D}" destId="{15BEE993-BAD6-4D27-A105-C5265A27647A}" srcOrd="0" destOrd="0" parTransId="{50843EAD-2E45-449B-9D65-F17A7B5ACE88}" sibTransId="{5D0E7521-7DCC-42E6-9243-E0FEE59A9D45}"/>
    <dgm:cxn modelId="{4889B093-A5C2-6B4A-86EA-07B324FB797B}" type="presOf" srcId="{7529AE03-6FBB-49AD-A776-F7688945C0BF}" destId="{92C450C9-5295-B741-9D26-EB58EA9D19C8}" srcOrd="0" destOrd="0" presId="urn:microsoft.com/office/officeart/2016/7/layout/LinearBlockProcessNumbered"/>
    <dgm:cxn modelId="{D9B5A09C-5B85-403C-A33D-A0E847BD980F}" srcId="{E308B645-F5DC-44C6-AF6D-A12AC5ACD60D}" destId="{1DAE6EDF-C759-4755-917F-7DF2E64243A6}" srcOrd="3" destOrd="0" parTransId="{1663A363-37DC-4E7C-9CD8-B5475A596B22}" sibTransId="{53768B62-B7AF-4FED-91D5-797F9DC7F353}"/>
    <dgm:cxn modelId="{2B8C63C9-EAD7-8045-B63B-B09C81DF6AAE}" type="presOf" srcId="{53768B62-B7AF-4FED-91D5-797F9DC7F353}" destId="{7F89A5D8-324D-894F-9CD5-537A9B077F2B}" srcOrd="0" destOrd="0" presId="urn:microsoft.com/office/officeart/2016/7/layout/LinearBlockProcessNumbered"/>
    <dgm:cxn modelId="{FC2E5ED2-EFDE-7647-8E26-47DA40F42F4B}" type="presOf" srcId="{1DAE6EDF-C759-4755-917F-7DF2E64243A6}" destId="{A4A82A76-338D-6445-9C0B-DC1EE45D55A1}" srcOrd="1" destOrd="0" presId="urn:microsoft.com/office/officeart/2016/7/layout/LinearBlockProcessNumbered"/>
    <dgm:cxn modelId="{CDBF48D4-C543-E645-82E9-32111AFD6F8B}" type="presOf" srcId="{5D0E7521-7DCC-42E6-9243-E0FEE59A9D45}" destId="{B58796F4-928C-784B-9E18-2C7AEF2DC480}" srcOrd="0" destOrd="0" presId="urn:microsoft.com/office/officeart/2016/7/layout/LinearBlockProcessNumbered"/>
    <dgm:cxn modelId="{3A6AF5D4-1B20-4BA5-A010-AEB51D5A9A35}" srcId="{E308B645-F5DC-44C6-AF6D-A12AC5ACD60D}" destId="{41D875CE-CBA8-4E5F-8C93-B29A0449B99B}" srcOrd="1" destOrd="0" parTransId="{597DD784-8C86-421A-ACBB-F4D1C1BC3BE3}" sibTransId="{7529AE03-6FBB-49AD-A776-F7688945C0BF}"/>
    <dgm:cxn modelId="{DAC502E4-F86A-5B40-A5D9-478BABB17710}" type="presOf" srcId="{41D875CE-CBA8-4E5F-8C93-B29A0449B99B}" destId="{80A9DC5C-8C41-B741-BD9F-C719C5AE16BC}" srcOrd="0" destOrd="0" presId="urn:microsoft.com/office/officeart/2016/7/layout/LinearBlockProcessNumbered"/>
    <dgm:cxn modelId="{92536DF5-13CB-44B4-9DB8-D4F8DC344712}" srcId="{E308B645-F5DC-44C6-AF6D-A12AC5ACD60D}" destId="{EA4E2AA3-20D4-41E3-BC76-EDA283888E06}" srcOrd="2" destOrd="0" parTransId="{C397A7CB-1095-44FF-800B-0C3D3D34ABCC}" sibTransId="{C56EBFDD-92D1-4FC4-A837-10B01030D224}"/>
    <dgm:cxn modelId="{F8BB52FB-1E07-B742-BFCB-A9C7BAC6406B}" type="presParOf" srcId="{3A2F5F0E-F8FB-7E48-A153-60536EFE6EE1}" destId="{F3D11FBA-B78D-CF40-834B-AC455BC1FC20}" srcOrd="0" destOrd="0" presId="urn:microsoft.com/office/officeart/2016/7/layout/LinearBlockProcessNumbered"/>
    <dgm:cxn modelId="{9F674351-67E1-B842-B50C-F3266D049E12}" type="presParOf" srcId="{F3D11FBA-B78D-CF40-834B-AC455BC1FC20}" destId="{175A1A13-DDBF-8C42-9212-F0A050A5632E}" srcOrd="0" destOrd="0" presId="urn:microsoft.com/office/officeart/2016/7/layout/LinearBlockProcessNumbered"/>
    <dgm:cxn modelId="{3ECCCCD3-DA74-F14F-BCEF-0BFD5CF6B4A7}" type="presParOf" srcId="{F3D11FBA-B78D-CF40-834B-AC455BC1FC20}" destId="{B58796F4-928C-784B-9E18-2C7AEF2DC480}" srcOrd="1" destOrd="0" presId="urn:microsoft.com/office/officeart/2016/7/layout/LinearBlockProcessNumbered"/>
    <dgm:cxn modelId="{74500F27-B263-D54F-86B0-FBDE55E1D290}" type="presParOf" srcId="{F3D11FBA-B78D-CF40-834B-AC455BC1FC20}" destId="{DF548B11-92EF-1941-BC9D-876412E9CDCE}" srcOrd="2" destOrd="0" presId="urn:microsoft.com/office/officeart/2016/7/layout/LinearBlockProcessNumbered"/>
    <dgm:cxn modelId="{F3526FD3-FB75-D945-A77D-0EFD4FD0F187}" type="presParOf" srcId="{3A2F5F0E-F8FB-7E48-A153-60536EFE6EE1}" destId="{56FC2A77-BAF5-3844-AB51-731D38FE5BEF}" srcOrd="1" destOrd="0" presId="urn:microsoft.com/office/officeart/2016/7/layout/LinearBlockProcessNumbered"/>
    <dgm:cxn modelId="{CDA92294-2434-0544-B28A-56EE668F0A78}" type="presParOf" srcId="{3A2F5F0E-F8FB-7E48-A153-60536EFE6EE1}" destId="{76BD070B-205F-004D-9D61-394914A8094C}" srcOrd="2" destOrd="0" presId="urn:microsoft.com/office/officeart/2016/7/layout/LinearBlockProcessNumbered"/>
    <dgm:cxn modelId="{C3736B93-A4B2-694A-8B2B-404BB26BDED3}" type="presParOf" srcId="{76BD070B-205F-004D-9D61-394914A8094C}" destId="{80A9DC5C-8C41-B741-BD9F-C719C5AE16BC}" srcOrd="0" destOrd="0" presId="urn:microsoft.com/office/officeart/2016/7/layout/LinearBlockProcessNumbered"/>
    <dgm:cxn modelId="{8AB027F2-206A-B643-81C8-09BC0A1897C8}" type="presParOf" srcId="{76BD070B-205F-004D-9D61-394914A8094C}" destId="{92C450C9-5295-B741-9D26-EB58EA9D19C8}" srcOrd="1" destOrd="0" presId="urn:microsoft.com/office/officeart/2016/7/layout/LinearBlockProcessNumbered"/>
    <dgm:cxn modelId="{C5138DB3-56A9-7D42-BDAD-86513D962FF3}" type="presParOf" srcId="{76BD070B-205F-004D-9D61-394914A8094C}" destId="{36155452-A189-9F4C-A83B-50DC8EF1CF0A}" srcOrd="2" destOrd="0" presId="urn:microsoft.com/office/officeart/2016/7/layout/LinearBlockProcessNumbered"/>
    <dgm:cxn modelId="{A1218BC1-79A0-704E-8F35-4607CCE6BCDE}" type="presParOf" srcId="{3A2F5F0E-F8FB-7E48-A153-60536EFE6EE1}" destId="{E8B0CF87-4B01-2341-BBD3-D92CAB942BE6}" srcOrd="3" destOrd="0" presId="urn:microsoft.com/office/officeart/2016/7/layout/LinearBlockProcessNumbered"/>
    <dgm:cxn modelId="{A5B53FBA-BEDC-F741-AA99-1D0E3A59B673}" type="presParOf" srcId="{3A2F5F0E-F8FB-7E48-A153-60536EFE6EE1}" destId="{03D4C796-7B45-654A-8DD0-924416386A7F}" srcOrd="4" destOrd="0" presId="urn:microsoft.com/office/officeart/2016/7/layout/LinearBlockProcessNumbered"/>
    <dgm:cxn modelId="{EF528151-BBE1-D646-9B20-5F23A72C349B}" type="presParOf" srcId="{03D4C796-7B45-654A-8DD0-924416386A7F}" destId="{CC64E088-7F52-C343-ADAF-63A5D62B6378}" srcOrd="0" destOrd="0" presId="urn:microsoft.com/office/officeart/2016/7/layout/LinearBlockProcessNumbered"/>
    <dgm:cxn modelId="{2FB8BB60-626C-1C45-8170-921F956511F7}" type="presParOf" srcId="{03D4C796-7B45-654A-8DD0-924416386A7F}" destId="{565D26F2-08CC-8B4C-84B4-206BE3019F4E}" srcOrd="1" destOrd="0" presId="urn:microsoft.com/office/officeart/2016/7/layout/LinearBlockProcessNumbered"/>
    <dgm:cxn modelId="{CAF69D32-FA2E-A440-AC0D-5AAA16934A6F}" type="presParOf" srcId="{03D4C796-7B45-654A-8DD0-924416386A7F}" destId="{F81B73D4-CE7C-2B40-99E3-D7783F556F29}" srcOrd="2" destOrd="0" presId="urn:microsoft.com/office/officeart/2016/7/layout/LinearBlockProcessNumbered"/>
    <dgm:cxn modelId="{4EEAA3A4-15F5-C048-AFDC-1B7349252D1E}" type="presParOf" srcId="{3A2F5F0E-F8FB-7E48-A153-60536EFE6EE1}" destId="{26A691BF-C850-BB4F-A269-665DE572198F}" srcOrd="5" destOrd="0" presId="urn:microsoft.com/office/officeart/2016/7/layout/LinearBlockProcessNumbered"/>
    <dgm:cxn modelId="{9E7BD94A-C6DE-6F4A-B1E7-6BD6B6CBD2D7}" type="presParOf" srcId="{3A2F5F0E-F8FB-7E48-A153-60536EFE6EE1}" destId="{6B2A6ED4-43A0-EC4D-B4BA-DDE174F6F73C}" srcOrd="6" destOrd="0" presId="urn:microsoft.com/office/officeart/2016/7/layout/LinearBlockProcessNumbered"/>
    <dgm:cxn modelId="{AAF5FA46-CEED-B048-9625-E0F48846657D}" type="presParOf" srcId="{6B2A6ED4-43A0-EC4D-B4BA-DDE174F6F73C}" destId="{84BD2816-0156-F242-9A78-BDA53CF560B1}" srcOrd="0" destOrd="0" presId="urn:microsoft.com/office/officeart/2016/7/layout/LinearBlockProcessNumbered"/>
    <dgm:cxn modelId="{62187BD3-BF39-4D4E-98D2-ED82CE9B75EF}" type="presParOf" srcId="{6B2A6ED4-43A0-EC4D-B4BA-DDE174F6F73C}" destId="{7F89A5D8-324D-894F-9CD5-537A9B077F2B}" srcOrd="1" destOrd="0" presId="urn:microsoft.com/office/officeart/2016/7/layout/LinearBlockProcessNumbered"/>
    <dgm:cxn modelId="{D21D5F71-6954-0C46-817C-3DB01C23CC41}" type="presParOf" srcId="{6B2A6ED4-43A0-EC4D-B4BA-DDE174F6F73C}" destId="{A4A82A76-338D-6445-9C0B-DC1EE45D55A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D6794D-B6F4-4657-9ED5-6A35378360BB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0CCD973-64FD-4360-BB85-A9850854F6D9}">
      <dgm:prSet/>
      <dgm:spPr/>
      <dgm:t>
        <a:bodyPr/>
        <a:lstStyle/>
        <a:p>
          <a:r>
            <a:rPr lang="da-DK"/>
            <a:t>Identificere hvilke afleveringsprofiler der findes i egen trup </a:t>
          </a:r>
          <a:endParaRPr lang="en-US"/>
        </a:p>
      </dgm:t>
    </dgm:pt>
    <dgm:pt modelId="{BB1041A4-32D9-4811-B6C8-EE81E3BA2513}" type="parTrans" cxnId="{A428AAFD-CFA7-4E36-8BF2-04BF074C9C4E}">
      <dgm:prSet/>
      <dgm:spPr/>
      <dgm:t>
        <a:bodyPr/>
        <a:lstStyle/>
        <a:p>
          <a:endParaRPr lang="en-US"/>
        </a:p>
      </dgm:t>
    </dgm:pt>
    <dgm:pt modelId="{9902A2ED-BF9C-4C6C-B51F-A714207F52DF}" type="sibTrans" cxnId="{A428AAFD-CFA7-4E36-8BF2-04BF074C9C4E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7B86D980-4080-4699-8861-04E5823BEB4E}">
      <dgm:prSet/>
      <dgm:spPr/>
      <dgm:t>
        <a:bodyPr/>
        <a:lstStyle/>
        <a:p>
          <a:r>
            <a:rPr lang="da-DK"/>
            <a:t>Skabe et bedre overblik over holdets opbygningsspil </a:t>
          </a:r>
          <a:endParaRPr lang="en-US"/>
        </a:p>
      </dgm:t>
    </dgm:pt>
    <dgm:pt modelId="{972AF44E-2A89-49AC-8285-F2B54C3EEA0F}" type="parTrans" cxnId="{23F445F3-30B7-4350-BF0F-A6F8DA203D21}">
      <dgm:prSet/>
      <dgm:spPr/>
      <dgm:t>
        <a:bodyPr/>
        <a:lstStyle/>
        <a:p>
          <a:endParaRPr lang="en-US"/>
        </a:p>
      </dgm:t>
    </dgm:pt>
    <dgm:pt modelId="{B9A17BE4-E27D-4661-9129-9B58792A6C67}" type="sibTrans" cxnId="{23F445F3-30B7-4350-BF0F-A6F8DA203D21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BB6063A8-4891-4BB8-9BCA-44E3CD3A5E3B}">
      <dgm:prSet/>
      <dgm:spPr/>
      <dgm:t>
        <a:bodyPr/>
        <a:lstStyle/>
        <a:p>
          <a:r>
            <a:rPr lang="da-DK"/>
            <a:t>Sammenligne spillere på tværs af hold og sæsoner </a:t>
          </a:r>
          <a:endParaRPr lang="en-US"/>
        </a:p>
      </dgm:t>
    </dgm:pt>
    <dgm:pt modelId="{3BD99BA9-A6D6-4D95-B328-096B63D21CBF}" type="parTrans" cxnId="{9E7830E6-DD97-4A1A-AA3E-45187C6712A4}">
      <dgm:prSet/>
      <dgm:spPr/>
      <dgm:t>
        <a:bodyPr/>
        <a:lstStyle/>
        <a:p>
          <a:endParaRPr lang="en-US"/>
        </a:p>
      </dgm:t>
    </dgm:pt>
    <dgm:pt modelId="{2151DB95-C82D-4919-A0AD-4E87C8A71C18}" type="sibTrans" cxnId="{9E7830E6-DD97-4A1A-AA3E-45187C6712A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40CCD5EE-AB34-4EBF-ABCC-91357DFC6842}">
      <dgm:prSet/>
      <dgm:spPr/>
      <dgm:t>
        <a:bodyPr/>
        <a:lstStyle/>
        <a:p>
          <a:r>
            <a:rPr lang="da-DK"/>
            <a:t>Understøtte scouting og rekruttering </a:t>
          </a:r>
          <a:endParaRPr lang="en-US"/>
        </a:p>
      </dgm:t>
    </dgm:pt>
    <dgm:pt modelId="{C0C95A46-0A0B-49E1-86BF-1D2D2A318C5F}" type="parTrans" cxnId="{FFFB52A1-B277-4683-A7F4-E43C7E5AB9A1}">
      <dgm:prSet/>
      <dgm:spPr/>
      <dgm:t>
        <a:bodyPr/>
        <a:lstStyle/>
        <a:p>
          <a:endParaRPr lang="en-US"/>
        </a:p>
      </dgm:t>
    </dgm:pt>
    <dgm:pt modelId="{539E9A27-6523-4BCD-8043-887CD8EABD00}" type="sibTrans" cxnId="{FFFB52A1-B277-4683-A7F4-E43C7E5AB9A1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44695507-1EEC-451A-B089-4C127C8C2985}">
      <dgm:prSet/>
      <dgm:spPr/>
      <dgm:t>
        <a:bodyPr/>
        <a:lstStyle/>
        <a:p>
          <a:r>
            <a:rPr lang="da-DK"/>
            <a:t>Bruges som beslutningsunderstøttende værktøj i en sportslig kontekst</a:t>
          </a:r>
          <a:endParaRPr lang="en-US"/>
        </a:p>
      </dgm:t>
    </dgm:pt>
    <dgm:pt modelId="{E48670C2-2ED3-43BC-9F0B-17BABEC8F1AC}" type="parTrans" cxnId="{DCE82E97-0034-4821-A84B-DF8E94F2FD46}">
      <dgm:prSet/>
      <dgm:spPr/>
      <dgm:t>
        <a:bodyPr/>
        <a:lstStyle/>
        <a:p>
          <a:endParaRPr lang="en-US"/>
        </a:p>
      </dgm:t>
    </dgm:pt>
    <dgm:pt modelId="{F927910B-4A55-4522-A8CE-D8CCD60A6034}" type="sibTrans" cxnId="{DCE82E97-0034-4821-A84B-DF8E94F2FD46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F1E4D27A-F8BF-2F43-A9C3-D3A55C01C885}" type="pres">
      <dgm:prSet presAssocID="{CCD6794D-B6F4-4657-9ED5-6A35378360BB}" presName="Name0" presStyleCnt="0">
        <dgm:presLayoutVars>
          <dgm:animLvl val="lvl"/>
          <dgm:resizeHandles val="exact"/>
        </dgm:presLayoutVars>
      </dgm:prSet>
      <dgm:spPr/>
    </dgm:pt>
    <dgm:pt modelId="{8FBACBED-20C0-8145-8A54-633D6E3B184B}" type="pres">
      <dgm:prSet presAssocID="{A0CCD973-64FD-4360-BB85-A9850854F6D9}" presName="compositeNode" presStyleCnt="0">
        <dgm:presLayoutVars>
          <dgm:bulletEnabled val="1"/>
        </dgm:presLayoutVars>
      </dgm:prSet>
      <dgm:spPr/>
    </dgm:pt>
    <dgm:pt modelId="{B2DF828E-0491-484D-B75A-5251BFDCAB6C}" type="pres">
      <dgm:prSet presAssocID="{A0CCD973-64FD-4360-BB85-A9850854F6D9}" presName="bgRect" presStyleLbl="alignNode1" presStyleIdx="0" presStyleCnt="5"/>
      <dgm:spPr/>
    </dgm:pt>
    <dgm:pt modelId="{E9983C69-0E63-3845-BBCB-F252FE83EC1D}" type="pres">
      <dgm:prSet presAssocID="{9902A2ED-BF9C-4C6C-B51F-A714207F52DF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37E8373F-8BBE-0F44-A452-AA55C5DFEFC5}" type="pres">
      <dgm:prSet presAssocID="{A0CCD973-64FD-4360-BB85-A9850854F6D9}" presName="nodeRect" presStyleLbl="alignNode1" presStyleIdx="0" presStyleCnt="5">
        <dgm:presLayoutVars>
          <dgm:bulletEnabled val="1"/>
        </dgm:presLayoutVars>
      </dgm:prSet>
      <dgm:spPr/>
    </dgm:pt>
    <dgm:pt modelId="{79FB01C8-44EA-7C42-9CA2-6155E966F484}" type="pres">
      <dgm:prSet presAssocID="{9902A2ED-BF9C-4C6C-B51F-A714207F52DF}" presName="sibTrans" presStyleCnt="0"/>
      <dgm:spPr/>
    </dgm:pt>
    <dgm:pt modelId="{908FB4E9-B14E-BB4D-9149-B229C9532A5F}" type="pres">
      <dgm:prSet presAssocID="{7B86D980-4080-4699-8861-04E5823BEB4E}" presName="compositeNode" presStyleCnt="0">
        <dgm:presLayoutVars>
          <dgm:bulletEnabled val="1"/>
        </dgm:presLayoutVars>
      </dgm:prSet>
      <dgm:spPr/>
    </dgm:pt>
    <dgm:pt modelId="{43B9646E-4237-7943-9A45-86AD64549273}" type="pres">
      <dgm:prSet presAssocID="{7B86D980-4080-4699-8861-04E5823BEB4E}" presName="bgRect" presStyleLbl="alignNode1" presStyleIdx="1" presStyleCnt="5"/>
      <dgm:spPr/>
    </dgm:pt>
    <dgm:pt modelId="{A5B6A73C-16A8-1D45-AA2C-2CD9D097C171}" type="pres">
      <dgm:prSet presAssocID="{B9A17BE4-E27D-4661-9129-9B58792A6C67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05B46BEA-9B8B-CC4D-9F22-4615053D1597}" type="pres">
      <dgm:prSet presAssocID="{7B86D980-4080-4699-8861-04E5823BEB4E}" presName="nodeRect" presStyleLbl="alignNode1" presStyleIdx="1" presStyleCnt="5">
        <dgm:presLayoutVars>
          <dgm:bulletEnabled val="1"/>
        </dgm:presLayoutVars>
      </dgm:prSet>
      <dgm:spPr/>
    </dgm:pt>
    <dgm:pt modelId="{89D52F29-1E87-634D-9B0C-E63A21A795C3}" type="pres">
      <dgm:prSet presAssocID="{B9A17BE4-E27D-4661-9129-9B58792A6C67}" presName="sibTrans" presStyleCnt="0"/>
      <dgm:spPr/>
    </dgm:pt>
    <dgm:pt modelId="{B0A85451-BF5F-A645-B182-93C91BB5C358}" type="pres">
      <dgm:prSet presAssocID="{BB6063A8-4891-4BB8-9BCA-44E3CD3A5E3B}" presName="compositeNode" presStyleCnt="0">
        <dgm:presLayoutVars>
          <dgm:bulletEnabled val="1"/>
        </dgm:presLayoutVars>
      </dgm:prSet>
      <dgm:spPr/>
    </dgm:pt>
    <dgm:pt modelId="{F7619670-A9CB-1A49-905B-CE36BD8F4BEA}" type="pres">
      <dgm:prSet presAssocID="{BB6063A8-4891-4BB8-9BCA-44E3CD3A5E3B}" presName="bgRect" presStyleLbl="alignNode1" presStyleIdx="2" presStyleCnt="5"/>
      <dgm:spPr/>
    </dgm:pt>
    <dgm:pt modelId="{980AF885-2B23-DC43-BCCA-E7E14457E470}" type="pres">
      <dgm:prSet presAssocID="{2151DB95-C82D-4919-A0AD-4E87C8A71C18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AD0491C5-FB83-9043-92F5-1814D283DA94}" type="pres">
      <dgm:prSet presAssocID="{BB6063A8-4891-4BB8-9BCA-44E3CD3A5E3B}" presName="nodeRect" presStyleLbl="alignNode1" presStyleIdx="2" presStyleCnt="5">
        <dgm:presLayoutVars>
          <dgm:bulletEnabled val="1"/>
        </dgm:presLayoutVars>
      </dgm:prSet>
      <dgm:spPr/>
    </dgm:pt>
    <dgm:pt modelId="{8DFC7A35-ACC4-6743-931B-CB5814E7CA2A}" type="pres">
      <dgm:prSet presAssocID="{2151DB95-C82D-4919-A0AD-4E87C8A71C18}" presName="sibTrans" presStyleCnt="0"/>
      <dgm:spPr/>
    </dgm:pt>
    <dgm:pt modelId="{C570CD19-7276-AF42-99EF-B69F9FDBD773}" type="pres">
      <dgm:prSet presAssocID="{40CCD5EE-AB34-4EBF-ABCC-91357DFC6842}" presName="compositeNode" presStyleCnt="0">
        <dgm:presLayoutVars>
          <dgm:bulletEnabled val="1"/>
        </dgm:presLayoutVars>
      </dgm:prSet>
      <dgm:spPr/>
    </dgm:pt>
    <dgm:pt modelId="{3B144C0C-7891-8548-87AB-A03605574532}" type="pres">
      <dgm:prSet presAssocID="{40CCD5EE-AB34-4EBF-ABCC-91357DFC6842}" presName="bgRect" presStyleLbl="alignNode1" presStyleIdx="3" presStyleCnt="5"/>
      <dgm:spPr/>
    </dgm:pt>
    <dgm:pt modelId="{87D89702-05D0-2A4B-A4BD-FDBEF2DD5C51}" type="pres">
      <dgm:prSet presAssocID="{539E9A27-6523-4BCD-8043-887CD8EABD00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E6D83454-799E-AD4B-A1B5-20FB00E63B44}" type="pres">
      <dgm:prSet presAssocID="{40CCD5EE-AB34-4EBF-ABCC-91357DFC6842}" presName="nodeRect" presStyleLbl="alignNode1" presStyleIdx="3" presStyleCnt="5">
        <dgm:presLayoutVars>
          <dgm:bulletEnabled val="1"/>
        </dgm:presLayoutVars>
      </dgm:prSet>
      <dgm:spPr/>
    </dgm:pt>
    <dgm:pt modelId="{9CC2A439-EC39-F246-9466-2440898F1C95}" type="pres">
      <dgm:prSet presAssocID="{539E9A27-6523-4BCD-8043-887CD8EABD00}" presName="sibTrans" presStyleCnt="0"/>
      <dgm:spPr/>
    </dgm:pt>
    <dgm:pt modelId="{29554330-9072-8F44-B64A-20BA62696CC7}" type="pres">
      <dgm:prSet presAssocID="{44695507-1EEC-451A-B089-4C127C8C2985}" presName="compositeNode" presStyleCnt="0">
        <dgm:presLayoutVars>
          <dgm:bulletEnabled val="1"/>
        </dgm:presLayoutVars>
      </dgm:prSet>
      <dgm:spPr/>
    </dgm:pt>
    <dgm:pt modelId="{88BE7EE9-2959-B742-9647-62858A4FE2AE}" type="pres">
      <dgm:prSet presAssocID="{44695507-1EEC-451A-B089-4C127C8C2985}" presName="bgRect" presStyleLbl="alignNode1" presStyleIdx="4" presStyleCnt="5"/>
      <dgm:spPr/>
    </dgm:pt>
    <dgm:pt modelId="{81B9622C-EF1C-D843-9BE9-1F019B18C2CD}" type="pres">
      <dgm:prSet presAssocID="{F927910B-4A55-4522-A8CE-D8CCD60A6034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1FBC1B38-D75C-314C-9CCA-B7A6D939A577}" type="pres">
      <dgm:prSet presAssocID="{44695507-1EEC-451A-B089-4C127C8C2985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ED649F3B-78FB-F248-BA77-9D4DBA71BB4F}" type="presOf" srcId="{44695507-1EEC-451A-B089-4C127C8C2985}" destId="{88BE7EE9-2959-B742-9647-62858A4FE2AE}" srcOrd="0" destOrd="0" presId="urn:microsoft.com/office/officeart/2016/7/layout/LinearBlockProcessNumbered"/>
    <dgm:cxn modelId="{9F279B46-4EBE-6845-BD52-623B1ABF1A24}" type="presOf" srcId="{539E9A27-6523-4BCD-8043-887CD8EABD00}" destId="{87D89702-05D0-2A4B-A4BD-FDBEF2DD5C51}" srcOrd="0" destOrd="0" presId="urn:microsoft.com/office/officeart/2016/7/layout/LinearBlockProcessNumbered"/>
    <dgm:cxn modelId="{21BC8849-2682-C341-8828-0EB2A9066BEE}" type="presOf" srcId="{A0CCD973-64FD-4360-BB85-A9850854F6D9}" destId="{B2DF828E-0491-484D-B75A-5251BFDCAB6C}" srcOrd="0" destOrd="0" presId="urn:microsoft.com/office/officeart/2016/7/layout/LinearBlockProcessNumbered"/>
    <dgm:cxn modelId="{778E9D73-8979-EB4D-9F68-1573592B71FD}" type="presOf" srcId="{BB6063A8-4891-4BB8-9BCA-44E3CD3A5E3B}" destId="{F7619670-A9CB-1A49-905B-CE36BD8F4BEA}" srcOrd="0" destOrd="0" presId="urn:microsoft.com/office/officeart/2016/7/layout/LinearBlockProcessNumbered"/>
    <dgm:cxn modelId="{923E1878-4539-054E-A69B-EE8A90A158F9}" type="presOf" srcId="{44695507-1EEC-451A-B089-4C127C8C2985}" destId="{1FBC1B38-D75C-314C-9CCA-B7A6D939A577}" srcOrd="1" destOrd="0" presId="urn:microsoft.com/office/officeart/2016/7/layout/LinearBlockProcessNumbered"/>
    <dgm:cxn modelId="{D9025179-0147-494B-9B91-1BBBA91D67B8}" type="presOf" srcId="{A0CCD973-64FD-4360-BB85-A9850854F6D9}" destId="{37E8373F-8BBE-0F44-A452-AA55C5DFEFC5}" srcOrd="1" destOrd="0" presId="urn:microsoft.com/office/officeart/2016/7/layout/LinearBlockProcessNumbered"/>
    <dgm:cxn modelId="{0A79267B-60EA-2645-803F-7CBACC891FFB}" type="presOf" srcId="{7B86D980-4080-4699-8861-04E5823BEB4E}" destId="{05B46BEA-9B8B-CC4D-9F22-4615053D1597}" srcOrd="1" destOrd="0" presId="urn:microsoft.com/office/officeart/2016/7/layout/LinearBlockProcessNumbered"/>
    <dgm:cxn modelId="{9152D48F-4D62-6145-8634-BB5B3844F64D}" type="presOf" srcId="{40CCD5EE-AB34-4EBF-ABCC-91357DFC6842}" destId="{3B144C0C-7891-8548-87AB-A03605574532}" srcOrd="0" destOrd="0" presId="urn:microsoft.com/office/officeart/2016/7/layout/LinearBlockProcessNumbered"/>
    <dgm:cxn modelId="{DCE82E97-0034-4821-A84B-DF8E94F2FD46}" srcId="{CCD6794D-B6F4-4657-9ED5-6A35378360BB}" destId="{44695507-1EEC-451A-B089-4C127C8C2985}" srcOrd="4" destOrd="0" parTransId="{E48670C2-2ED3-43BC-9F0B-17BABEC8F1AC}" sibTransId="{F927910B-4A55-4522-A8CE-D8CCD60A6034}"/>
    <dgm:cxn modelId="{FFFB52A1-B277-4683-A7F4-E43C7E5AB9A1}" srcId="{CCD6794D-B6F4-4657-9ED5-6A35378360BB}" destId="{40CCD5EE-AB34-4EBF-ABCC-91357DFC6842}" srcOrd="3" destOrd="0" parTransId="{C0C95A46-0A0B-49E1-86BF-1D2D2A318C5F}" sibTransId="{539E9A27-6523-4BCD-8043-887CD8EABD00}"/>
    <dgm:cxn modelId="{566E9FAB-B775-B64E-A287-15C654B446D2}" type="presOf" srcId="{B9A17BE4-E27D-4661-9129-9B58792A6C67}" destId="{A5B6A73C-16A8-1D45-AA2C-2CD9D097C171}" srcOrd="0" destOrd="0" presId="urn:microsoft.com/office/officeart/2016/7/layout/LinearBlockProcessNumbered"/>
    <dgm:cxn modelId="{B20245D8-1C5A-D544-B901-8F2E9B56DE14}" type="presOf" srcId="{BB6063A8-4891-4BB8-9BCA-44E3CD3A5E3B}" destId="{AD0491C5-FB83-9043-92F5-1814D283DA94}" srcOrd="1" destOrd="0" presId="urn:microsoft.com/office/officeart/2016/7/layout/LinearBlockProcessNumbered"/>
    <dgm:cxn modelId="{CD073AE5-665B-5C45-B338-3A096264F3BA}" type="presOf" srcId="{40CCD5EE-AB34-4EBF-ABCC-91357DFC6842}" destId="{E6D83454-799E-AD4B-A1B5-20FB00E63B44}" srcOrd="1" destOrd="0" presId="urn:microsoft.com/office/officeart/2016/7/layout/LinearBlockProcessNumbered"/>
    <dgm:cxn modelId="{B9EA66E5-005C-0E45-983E-7265019A346E}" type="presOf" srcId="{9902A2ED-BF9C-4C6C-B51F-A714207F52DF}" destId="{E9983C69-0E63-3845-BBCB-F252FE83EC1D}" srcOrd="0" destOrd="0" presId="urn:microsoft.com/office/officeart/2016/7/layout/LinearBlockProcessNumbered"/>
    <dgm:cxn modelId="{9E7830E6-DD97-4A1A-AA3E-45187C6712A4}" srcId="{CCD6794D-B6F4-4657-9ED5-6A35378360BB}" destId="{BB6063A8-4891-4BB8-9BCA-44E3CD3A5E3B}" srcOrd="2" destOrd="0" parTransId="{3BD99BA9-A6D6-4D95-B328-096B63D21CBF}" sibTransId="{2151DB95-C82D-4919-A0AD-4E87C8A71C18}"/>
    <dgm:cxn modelId="{76A7B3E7-B69B-3A46-9DCE-AD905082C286}" type="presOf" srcId="{2151DB95-C82D-4919-A0AD-4E87C8A71C18}" destId="{980AF885-2B23-DC43-BCCA-E7E14457E470}" srcOrd="0" destOrd="0" presId="urn:microsoft.com/office/officeart/2016/7/layout/LinearBlockProcessNumbered"/>
    <dgm:cxn modelId="{23F445F3-30B7-4350-BF0F-A6F8DA203D21}" srcId="{CCD6794D-B6F4-4657-9ED5-6A35378360BB}" destId="{7B86D980-4080-4699-8861-04E5823BEB4E}" srcOrd="1" destOrd="0" parTransId="{972AF44E-2A89-49AC-8285-F2B54C3EEA0F}" sibTransId="{B9A17BE4-E27D-4661-9129-9B58792A6C67}"/>
    <dgm:cxn modelId="{970759F8-6505-9145-A538-F32C5509AC70}" type="presOf" srcId="{CCD6794D-B6F4-4657-9ED5-6A35378360BB}" destId="{F1E4D27A-F8BF-2F43-A9C3-D3A55C01C885}" srcOrd="0" destOrd="0" presId="urn:microsoft.com/office/officeart/2016/7/layout/LinearBlockProcessNumbered"/>
    <dgm:cxn modelId="{955EE4FA-4BF3-4C40-8C67-05C733843F69}" type="presOf" srcId="{F927910B-4A55-4522-A8CE-D8CCD60A6034}" destId="{81B9622C-EF1C-D843-9BE9-1F019B18C2CD}" srcOrd="0" destOrd="0" presId="urn:microsoft.com/office/officeart/2016/7/layout/LinearBlockProcessNumbered"/>
    <dgm:cxn modelId="{FBBA52FD-2153-DC48-B8B9-96AC19D0F127}" type="presOf" srcId="{7B86D980-4080-4699-8861-04E5823BEB4E}" destId="{43B9646E-4237-7943-9A45-86AD64549273}" srcOrd="0" destOrd="0" presId="urn:microsoft.com/office/officeart/2016/7/layout/LinearBlockProcessNumbered"/>
    <dgm:cxn modelId="{A428AAFD-CFA7-4E36-8BF2-04BF074C9C4E}" srcId="{CCD6794D-B6F4-4657-9ED5-6A35378360BB}" destId="{A0CCD973-64FD-4360-BB85-A9850854F6D9}" srcOrd="0" destOrd="0" parTransId="{BB1041A4-32D9-4811-B6C8-EE81E3BA2513}" sibTransId="{9902A2ED-BF9C-4C6C-B51F-A714207F52DF}"/>
    <dgm:cxn modelId="{CC721721-8A50-F244-A400-D077B886A434}" type="presParOf" srcId="{F1E4D27A-F8BF-2F43-A9C3-D3A55C01C885}" destId="{8FBACBED-20C0-8145-8A54-633D6E3B184B}" srcOrd="0" destOrd="0" presId="urn:microsoft.com/office/officeart/2016/7/layout/LinearBlockProcessNumbered"/>
    <dgm:cxn modelId="{771711C6-C992-9E47-8117-2FEE9046E791}" type="presParOf" srcId="{8FBACBED-20C0-8145-8A54-633D6E3B184B}" destId="{B2DF828E-0491-484D-B75A-5251BFDCAB6C}" srcOrd="0" destOrd="0" presId="urn:microsoft.com/office/officeart/2016/7/layout/LinearBlockProcessNumbered"/>
    <dgm:cxn modelId="{E3D96220-2E32-ED4A-AF25-3BDB844497CB}" type="presParOf" srcId="{8FBACBED-20C0-8145-8A54-633D6E3B184B}" destId="{E9983C69-0E63-3845-BBCB-F252FE83EC1D}" srcOrd="1" destOrd="0" presId="urn:microsoft.com/office/officeart/2016/7/layout/LinearBlockProcessNumbered"/>
    <dgm:cxn modelId="{D2192D4B-8E4B-FD47-914A-64147ED8D7EE}" type="presParOf" srcId="{8FBACBED-20C0-8145-8A54-633D6E3B184B}" destId="{37E8373F-8BBE-0F44-A452-AA55C5DFEFC5}" srcOrd="2" destOrd="0" presId="urn:microsoft.com/office/officeart/2016/7/layout/LinearBlockProcessNumbered"/>
    <dgm:cxn modelId="{DB4B93CF-A506-BF4D-B5B6-8303821CD48D}" type="presParOf" srcId="{F1E4D27A-F8BF-2F43-A9C3-D3A55C01C885}" destId="{79FB01C8-44EA-7C42-9CA2-6155E966F484}" srcOrd="1" destOrd="0" presId="urn:microsoft.com/office/officeart/2016/7/layout/LinearBlockProcessNumbered"/>
    <dgm:cxn modelId="{8D4AB121-144B-3E46-9C5F-11EE65770170}" type="presParOf" srcId="{F1E4D27A-F8BF-2F43-A9C3-D3A55C01C885}" destId="{908FB4E9-B14E-BB4D-9149-B229C9532A5F}" srcOrd="2" destOrd="0" presId="urn:microsoft.com/office/officeart/2016/7/layout/LinearBlockProcessNumbered"/>
    <dgm:cxn modelId="{60394373-B117-9245-9089-FD77A9C60687}" type="presParOf" srcId="{908FB4E9-B14E-BB4D-9149-B229C9532A5F}" destId="{43B9646E-4237-7943-9A45-86AD64549273}" srcOrd="0" destOrd="0" presId="urn:microsoft.com/office/officeart/2016/7/layout/LinearBlockProcessNumbered"/>
    <dgm:cxn modelId="{1AA5DF80-33DF-9447-87F2-5A71D98CC8CC}" type="presParOf" srcId="{908FB4E9-B14E-BB4D-9149-B229C9532A5F}" destId="{A5B6A73C-16A8-1D45-AA2C-2CD9D097C171}" srcOrd="1" destOrd="0" presId="urn:microsoft.com/office/officeart/2016/7/layout/LinearBlockProcessNumbered"/>
    <dgm:cxn modelId="{E2705CBC-D2C1-354B-A545-A1E145923E04}" type="presParOf" srcId="{908FB4E9-B14E-BB4D-9149-B229C9532A5F}" destId="{05B46BEA-9B8B-CC4D-9F22-4615053D1597}" srcOrd="2" destOrd="0" presId="urn:microsoft.com/office/officeart/2016/7/layout/LinearBlockProcessNumbered"/>
    <dgm:cxn modelId="{FE4E2554-BD83-4C4D-B297-DF485A99A40D}" type="presParOf" srcId="{F1E4D27A-F8BF-2F43-A9C3-D3A55C01C885}" destId="{89D52F29-1E87-634D-9B0C-E63A21A795C3}" srcOrd="3" destOrd="0" presId="urn:microsoft.com/office/officeart/2016/7/layout/LinearBlockProcessNumbered"/>
    <dgm:cxn modelId="{3BA5F482-231B-B341-95EB-68E0F37893EF}" type="presParOf" srcId="{F1E4D27A-F8BF-2F43-A9C3-D3A55C01C885}" destId="{B0A85451-BF5F-A645-B182-93C91BB5C358}" srcOrd="4" destOrd="0" presId="urn:microsoft.com/office/officeart/2016/7/layout/LinearBlockProcessNumbered"/>
    <dgm:cxn modelId="{7774D6CB-C57A-EF4A-98D7-6A3C5A538480}" type="presParOf" srcId="{B0A85451-BF5F-A645-B182-93C91BB5C358}" destId="{F7619670-A9CB-1A49-905B-CE36BD8F4BEA}" srcOrd="0" destOrd="0" presId="urn:microsoft.com/office/officeart/2016/7/layout/LinearBlockProcessNumbered"/>
    <dgm:cxn modelId="{725E14BB-AD14-FD4A-81BD-1FAEEDB55CBE}" type="presParOf" srcId="{B0A85451-BF5F-A645-B182-93C91BB5C358}" destId="{980AF885-2B23-DC43-BCCA-E7E14457E470}" srcOrd="1" destOrd="0" presId="urn:microsoft.com/office/officeart/2016/7/layout/LinearBlockProcessNumbered"/>
    <dgm:cxn modelId="{2AA3EFA5-FFA5-3543-9016-A8E9FAD7773E}" type="presParOf" srcId="{B0A85451-BF5F-A645-B182-93C91BB5C358}" destId="{AD0491C5-FB83-9043-92F5-1814D283DA94}" srcOrd="2" destOrd="0" presId="urn:microsoft.com/office/officeart/2016/7/layout/LinearBlockProcessNumbered"/>
    <dgm:cxn modelId="{764E95EC-6935-D346-995B-90944132E78C}" type="presParOf" srcId="{F1E4D27A-F8BF-2F43-A9C3-D3A55C01C885}" destId="{8DFC7A35-ACC4-6743-931B-CB5814E7CA2A}" srcOrd="5" destOrd="0" presId="urn:microsoft.com/office/officeart/2016/7/layout/LinearBlockProcessNumbered"/>
    <dgm:cxn modelId="{8CE09E78-4009-FD42-8FE1-986308D4C7AB}" type="presParOf" srcId="{F1E4D27A-F8BF-2F43-A9C3-D3A55C01C885}" destId="{C570CD19-7276-AF42-99EF-B69F9FDBD773}" srcOrd="6" destOrd="0" presId="urn:microsoft.com/office/officeart/2016/7/layout/LinearBlockProcessNumbered"/>
    <dgm:cxn modelId="{CB8F6B8B-99A6-7C44-98F8-2808E6C392E8}" type="presParOf" srcId="{C570CD19-7276-AF42-99EF-B69F9FDBD773}" destId="{3B144C0C-7891-8548-87AB-A03605574532}" srcOrd="0" destOrd="0" presId="urn:microsoft.com/office/officeart/2016/7/layout/LinearBlockProcessNumbered"/>
    <dgm:cxn modelId="{C7914595-E072-4342-AEFA-096358FD0824}" type="presParOf" srcId="{C570CD19-7276-AF42-99EF-B69F9FDBD773}" destId="{87D89702-05D0-2A4B-A4BD-FDBEF2DD5C51}" srcOrd="1" destOrd="0" presId="urn:microsoft.com/office/officeart/2016/7/layout/LinearBlockProcessNumbered"/>
    <dgm:cxn modelId="{6EE2BE74-23F0-BC41-9ED8-D92F213BFB72}" type="presParOf" srcId="{C570CD19-7276-AF42-99EF-B69F9FDBD773}" destId="{E6D83454-799E-AD4B-A1B5-20FB00E63B44}" srcOrd="2" destOrd="0" presId="urn:microsoft.com/office/officeart/2016/7/layout/LinearBlockProcessNumbered"/>
    <dgm:cxn modelId="{DDF2D839-47BF-5742-AE0B-72321AAF1965}" type="presParOf" srcId="{F1E4D27A-F8BF-2F43-A9C3-D3A55C01C885}" destId="{9CC2A439-EC39-F246-9466-2440898F1C95}" srcOrd="7" destOrd="0" presId="urn:microsoft.com/office/officeart/2016/7/layout/LinearBlockProcessNumbered"/>
    <dgm:cxn modelId="{EBF360BB-2285-FA46-8668-E4BB21025D56}" type="presParOf" srcId="{F1E4D27A-F8BF-2F43-A9C3-D3A55C01C885}" destId="{29554330-9072-8F44-B64A-20BA62696CC7}" srcOrd="8" destOrd="0" presId="urn:microsoft.com/office/officeart/2016/7/layout/LinearBlockProcessNumbered"/>
    <dgm:cxn modelId="{F6A5EC8F-9190-D645-A751-F8723EA76626}" type="presParOf" srcId="{29554330-9072-8F44-B64A-20BA62696CC7}" destId="{88BE7EE9-2959-B742-9647-62858A4FE2AE}" srcOrd="0" destOrd="0" presId="urn:microsoft.com/office/officeart/2016/7/layout/LinearBlockProcessNumbered"/>
    <dgm:cxn modelId="{80F04605-50D5-1E41-8E12-A86678A6BE1F}" type="presParOf" srcId="{29554330-9072-8F44-B64A-20BA62696CC7}" destId="{81B9622C-EF1C-D843-9BE9-1F019B18C2CD}" srcOrd="1" destOrd="0" presId="urn:microsoft.com/office/officeart/2016/7/layout/LinearBlockProcessNumbered"/>
    <dgm:cxn modelId="{27EBBAE5-E8F1-4443-8A82-B326E3271962}" type="presParOf" srcId="{29554330-9072-8F44-B64A-20BA62696CC7}" destId="{1FBC1B38-D75C-314C-9CCA-B7A6D939A577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AC8078-73CE-452F-9DAD-487B947A524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ABF6053-0436-4109-9980-4C917EEDCD26}">
      <dgm:prSet/>
      <dgm:spPr/>
      <dgm:t>
        <a:bodyPr/>
        <a:lstStyle/>
        <a:p>
          <a:r>
            <a:rPr lang="da-DK"/>
            <a:t>Med udgangspunkt i analyserne fra opgave 3 er der udviklet et interaktivt dashboard i Shiny. </a:t>
          </a:r>
          <a:endParaRPr lang="en-US"/>
        </a:p>
      </dgm:t>
    </dgm:pt>
    <dgm:pt modelId="{6DF25DE8-5F9D-46C3-B893-2F089BFAD69E}" type="parTrans" cxnId="{2CDC0117-09A8-40A4-9CBD-42ADF1B0D462}">
      <dgm:prSet/>
      <dgm:spPr/>
      <dgm:t>
        <a:bodyPr/>
        <a:lstStyle/>
        <a:p>
          <a:endParaRPr lang="en-US"/>
        </a:p>
      </dgm:t>
    </dgm:pt>
    <dgm:pt modelId="{7FAF1ACD-DD7F-4F3B-87A4-949AD293020C}" type="sibTrans" cxnId="{2CDC0117-09A8-40A4-9CBD-42ADF1B0D462}">
      <dgm:prSet/>
      <dgm:spPr/>
      <dgm:t>
        <a:bodyPr/>
        <a:lstStyle/>
        <a:p>
          <a:endParaRPr lang="en-US"/>
        </a:p>
      </dgm:t>
    </dgm:pt>
    <dgm:pt modelId="{442A17BA-E6FF-4C31-A113-AAC8C1EE68D5}">
      <dgm:prSet/>
      <dgm:spPr/>
      <dgm:t>
        <a:bodyPr/>
        <a:lstStyle/>
        <a:p>
          <a:r>
            <a:rPr lang="da-DK"/>
            <a:t>Formålet er at formidle Brøndby IF’s afleveringsprofiler på en måde, der er direkte anvendelig i en fodboldfaglig kontekst. </a:t>
          </a:r>
          <a:endParaRPr lang="en-US"/>
        </a:p>
      </dgm:t>
    </dgm:pt>
    <dgm:pt modelId="{FEFF46BE-C69C-46A9-87FE-E3560E5928F0}" type="parTrans" cxnId="{F42F344C-7F0A-49DC-9A5A-1B92D3A74A8B}">
      <dgm:prSet/>
      <dgm:spPr/>
      <dgm:t>
        <a:bodyPr/>
        <a:lstStyle/>
        <a:p>
          <a:endParaRPr lang="en-US"/>
        </a:p>
      </dgm:t>
    </dgm:pt>
    <dgm:pt modelId="{A363C878-050C-42DD-9948-CD40C37FD0E9}" type="sibTrans" cxnId="{F42F344C-7F0A-49DC-9A5A-1B92D3A74A8B}">
      <dgm:prSet/>
      <dgm:spPr/>
      <dgm:t>
        <a:bodyPr/>
        <a:lstStyle/>
        <a:p>
          <a:endParaRPr lang="en-US"/>
        </a:p>
      </dgm:t>
    </dgm:pt>
    <dgm:pt modelId="{6087C78F-3F0E-4E79-A4D9-0F0DD61BC04A}">
      <dgm:prSet/>
      <dgm:spPr/>
      <dgm:t>
        <a:bodyPr/>
        <a:lstStyle/>
        <a:p>
          <a:r>
            <a:rPr lang="da-DK"/>
            <a:t>Dashboardet er målrettet klubbens analyseafdeling og trænerstab. </a:t>
          </a:r>
          <a:endParaRPr lang="en-US"/>
        </a:p>
      </dgm:t>
    </dgm:pt>
    <dgm:pt modelId="{F10990A9-C9A3-409B-8105-82115B13C411}" type="parTrans" cxnId="{E465AA52-5063-4678-A524-306C2BDEE70C}">
      <dgm:prSet/>
      <dgm:spPr/>
      <dgm:t>
        <a:bodyPr/>
        <a:lstStyle/>
        <a:p>
          <a:endParaRPr lang="en-US"/>
        </a:p>
      </dgm:t>
    </dgm:pt>
    <dgm:pt modelId="{B939ACA3-C732-436C-A9B5-E4D5B3A439E9}" type="sibTrans" cxnId="{E465AA52-5063-4678-A524-306C2BDEE70C}">
      <dgm:prSet/>
      <dgm:spPr/>
      <dgm:t>
        <a:bodyPr/>
        <a:lstStyle/>
        <a:p>
          <a:endParaRPr lang="en-US"/>
        </a:p>
      </dgm:t>
    </dgm:pt>
    <dgm:pt modelId="{D2B9B895-8CA9-4E47-AF2C-9FE683CA1F1A}">
      <dgm:prSet/>
      <dgm:spPr/>
      <dgm:t>
        <a:bodyPr/>
        <a:lstStyle/>
        <a:p>
          <a:r>
            <a:rPr lang="da-DK"/>
            <a:t>Fokus har været på at skabe et værktøj, der ikke blot præsenterer data, men understøtter konkrete beslutningsprocesser</a:t>
          </a:r>
          <a:r>
            <a:rPr lang="da-DK" b="0" i="0" baseline="0"/>
            <a:t>.</a:t>
          </a:r>
          <a:endParaRPr lang="en-US"/>
        </a:p>
      </dgm:t>
    </dgm:pt>
    <dgm:pt modelId="{3211E0C3-3301-4154-8B17-385D12D1D0D6}" type="parTrans" cxnId="{65A7C01D-FDC3-4C78-9BAA-E0EAFA872A73}">
      <dgm:prSet/>
      <dgm:spPr/>
      <dgm:t>
        <a:bodyPr/>
        <a:lstStyle/>
        <a:p>
          <a:endParaRPr lang="en-US"/>
        </a:p>
      </dgm:t>
    </dgm:pt>
    <dgm:pt modelId="{130FD72E-7A94-4647-9B36-0561F70113B5}" type="sibTrans" cxnId="{65A7C01D-FDC3-4C78-9BAA-E0EAFA872A73}">
      <dgm:prSet/>
      <dgm:spPr/>
      <dgm:t>
        <a:bodyPr/>
        <a:lstStyle/>
        <a:p>
          <a:endParaRPr lang="en-US"/>
        </a:p>
      </dgm:t>
    </dgm:pt>
    <dgm:pt modelId="{F0F1FE85-5B5D-764E-87ED-1D85BF792154}" type="pres">
      <dgm:prSet presAssocID="{9BAC8078-73CE-452F-9DAD-487B947A524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07A8D77-7181-364D-B6A1-31AC2C5E25FA}" type="pres">
      <dgm:prSet presAssocID="{2ABF6053-0436-4109-9980-4C917EEDCD26}" presName="hierRoot1" presStyleCnt="0"/>
      <dgm:spPr/>
    </dgm:pt>
    <dgm:pt modelId="{482DB43A-F1F7-384C-A300-932B66EA71D7}" type="pres">
      <dgm:prSet presAssocID="{2ABF6053-0436-4109-9980-4C917EEDCD26}" presName="composite" presStyleCnt="0"/>
      <dgm:spPr/>
    </dgm:pt>
    <dgm:pt modelId="{572600B4-71AB-4F40-9F23-C5240EF7E661}" type="pres">
      <dgm:prSet presAssocID="{2ABF6053-0436-4109-9980-4C917EEDCD26}" presName="background" presStyleLbl="node0" presStyleIdx="0" presStyleCnt="4"/>
      <dgm:spPr/>
    </dgm:pt>
    <dgm:pt modelId="{DA1617BA-2D4D-5A43-98D1-B03D8A960855}" type="pres">
      <dgm:prSet presAssocID="{2ABF6053-0436-4109-9980-4C917EEDCD26}" presName="text" presStyleLbl="fgAcc0" presStyleIdx="0" presStyleCnt="4">
        <dgm:presLayoutVars>
          <dgm:chPref val="3"/>
        </dgm:presLayoutVars>
      </dgm:prSet>
      <dgm:spPr/>
    </dgm:pt>
    <dgm:pt modelId="{38198B2E-2C25-8B45-8CCD-72D543003929}" type="pres">
      <dgm:prSet presAssocID="{2ABF6053-0436-4109-9980-4C917EEDCD26}" presName="hierChild2" presStyleCnt="0"/>
      <dgm:spPr/>
    </dgm:pt>
    <dgm:pt modelId="{937AD181-7386-BB4B-A027-EB3D23B0367E}" type="pres">
      <dgm:prSet presAssocID="{442A17BA-E6FF-4C31-A113-AAC8C1EE68D5}" presName="hierRoot1" presStyleCnt="0"/>
      <dgm:spPr/>
    </dgm:pt>
    <dgm:pt modelId="{85C5AF20-D6BD-8B42-8077-9A2D9C4A53EE}" type="pres">
      <dgm:prSet presAssocID="{442A17BA-E6FF-4C31-A113-AAC8C1EE68D5}" presName="composite" presStyleCnt="0"/>
      <dgm:spPr/>
    </dgm:pt>
    <dgm:pt modelId="{DAAF2835-F6F5-B643-94AC-B0908312EBA5}" type="pres">
      <dgm:prSet presAssocID="{442A17BA-E6FF-4C31-A113-AAC8C1EE68D5}" presName="background" presStyleLbl="node0" presStyleIdx="1" presStyleCnt="4"/>
      <dgm:spPr/>
    </dgm:pt>
    <dgm:pt modelId="{FDFC0767-7AE9-FA44-B78D-FF1FA62BF5DA}" type="pres">
      <dgm:prSet presAssocID="{442A17BA-E6FF-4C31-A113-AAC8C1EE68D5}" presName="text" presStyleLbl="fgAcc0" presStyleIdx="1" presStyleCnt="4">
        <dgm:presLayoutVars>
          <dgm:chPref val="3"/>
        </dgm:presLayoutVars>
      </dgm:prSet>
      <dgm:spPr/>
    </dgm:pt>
    <dgm:pt modelId="{6318A823-1B37-3A45-9230-5A184C605888}" type="pres">
      <dgm:prSet presAssocID="{442A17BA-E6FF-4C31-A113-AAC8C1EE68D5}" presName="hierChild2" presStyleCnt="0"/>
      <dgm:spPr/>
    </dgm:pt>
    <dgm:pt modelId="{8B99BABF-8CDD-5741-AC58-D45A354FE1FF}" type="pres">
      <dgm:prSet presAssocID="{6087C78F-3F0E-4E79-A4D9-0F0DD61BC04A}" presName="hierRoot1" presStyleCnt="0"/>
      <dgm:spPr/>
    </dgm:pt>
    <dgm:pt modelId="{33721C2B-1BA7-D24E-AAF5-C05CA8F5B007}" type="pres">
      <dgm:prSet presAssocID="{6087C78F-3F0E-4E79-A4D9-0F0DD61BC04A}" presName="composite" presStyleCnt="0"/>
      <dgm:spPr/>
    </dgm:pt>
    <dgm:pt modelId="{F4C794AE-D128-4C42-AC2B-C8DFBFF4720A}" type="pres">
      <dgm:prSet presAssocID="{6087C78F-3F0E-4E79-A4D9-0F0DD61BC04A}" presName="background" presStyleLbl="node0" presStyleIdx="2" presStyleCnt="4"/>
      <dgm:spPr/>
    </dgm:pt>
    <dgm:pt modelId="{C1BEDB5D-8A14-B741-9795-18B368D12953}" type="pres">
      <dgm:prSet presAssocID="{6087C78F-3F0E-4E79-A4D9-0F0DD61BC04A}" presName="text" presStyleLbl="fgAcc0" presStyleIdx="2" presStyleCnt="4">
        <dgm:presLayoutVars>
          <dgm:chPref val="3"/>
        </dgm:presLayoutVars>
      </dgm:prSet>
      <dgm:spPr/>
    </dgm:pt>
    <dgm:pt modelId="{D11DDE9E-258A-8E4E-A05B-329836EFCBFD}" type="pres">
      <dgm:prSet presAssocID="{6087C78F-3F0E-4E79-A4D9-0F0DD61BC04A}" presName="hierChild2" presStyleCnt="0"/>
      <dgm:spPr/>
    </dgm:pt>
    <dgm:pt modelId="{85ABF7A7-B8BB-D949-ABD8-20FF286A7E44}" type="pres">
      <dgm:prSet presAssocID="{D2B9B895-8CA9-4E47-AF2C-9FE683CA1F1A}" presName="hierRoot1" presStyleCnt="0"/>
      <dgm:spPr/>
    </dgm:pt>
    <dgm:pt modelId="{B23D64E1-8360-6147-81F2-52C6C7D1289B}" type="pres">
      <dgm:prSet presAssocID="{D2B9B895-8CA9-4E47-AF2C-9FE683CA1F1A}" presName="composite" presStyleCnt="0"/>
      <dgm:spPr/>
    </dgm:pt>
    <dgm:pt modelId="{6BA1DA39-5026-174D-A93B-88C0C9A2E1B0}" type="pres">
      <dgm:prSet presAssocID="{D2B9B895-8CA9-4E47-AF2C-9FE683CA1F1A}" presName="background" presStyleLbl="node0" presStyleIdx="3" presStyleCnt="4"/>
      <dgm:spPr/>
    </dgm:pt>
    <dgm:pt modelId="{7B5675BD-25E4-BB4D-8614-ADD17F05525F}" type="pres">
      <dgm:prSet presAssocID="{D2B9B895-8CA9-4E47-AF2C-9FE683CA1F1A}" presName="text" presStyleLbl="fgAcc0" presStyleIdx="3" presStyleCnt="4">
        <dgm:presLayoutVars>
          <dgm:chPref val="3"/>
        </dgm:presLayoutVars>
      </dgm:prSet>
      <dgm:spPr/>
    </dgm:pt>
    <dgm:pt modelId="{418C396D-E3BC-4B41-AB4E-B5B509D8F45F}" type="pres">
      <dgm:prSet presAssocID="{D2B9B895-8CA9-4E47-AF2C-9FE683CA1F1A}" presName="hierChild2" presStyleCnt="0"/>
      <dgm:spPr/>
    </dgm:pt>
  </dgm:ptLst>
  <dgm:cxnLst>
    <dgm:cxn modelId="{2CDC0117-09A8-40A4-9CBD-42ADF1B0D462}" srcId="{9BAC8078-73CE-452F-9DAD-487B947A5241}" destId="{2ABF6053-0436-4109-9980-4C917EEDCD26}" srcOrd="0" destOrd="0" parTransId="{6DF25DE8-5F9D-46C3-B893-2F089BFAD69E}" sibTransId="{7FAF1ACD-DD7F-4F3B-87A4-949AD293020C}"/>
    <dgm:cxn modelId="{65A7C01D-FDC3-4C78-9BAA-E0EAFA872A73}" srcId="{9BAC8078-73CE-452F-9DAD-487B947A5241}" destId="{D2B9B895-8CA9-4E47-AF2C-9FE683CA1F1A}" srcOrd="3" destOrd="0" parTransId="{3211E0C3-3301-4154-8B17-385D12D1D0D6}" sibTransId="{130FD72E-7A94-4647-9B36-0561F70113B5}"/>
    <dgm:cxn modelId="{D8D4D32E-464F-574C-8D50-8A3764FD4624}" type="presOf" srcId="{2ABF6053-0436-4109-9980-4C917EEDCD26}" destId="{DA1617BA-2D4D-5A43-98D1-B03D8A960855}" srcOrd="0" destOrd="0" presId="urn:microsoft.com/office/officeart/2005/8/layout/hierarchy1"/>
    <dgm:cxn modelId="{AB4E0E44-5643-964D-9A59-CBBFDAB3E229}" type="presOf" srcId="{442A17BA-E6FF-4C31-A113-AAC8C1EE68D5}" destId="{FDFC0767-7AE9-FA44-B78D-FF1FA62BF5DA}" srcOrd="0" destOrd="0" presId="urn:microsoft.com/office/officeart/2005/8/layout/hierarchy1"/>
    <dgm:cxn modelId="{F42F344C-7F0A-49DC-9A5A-1B92D3A74A8B}" srcId="{9BAC8078-73CE-452F-9DAD-487B947A5241}" destId="{442A17BA-E6FF-4C31-A113-AAC8C1EE68D5}" srcOrd="1" destOrd="0" parTransId="{FEFF46BE-C69C-46A9-87FE-E3560E5928F0}" sibTransId="{A363C878-050C-42DD-9948-CD40C37FD0E9}"/>
    <dgm:cxn modelId="{E465AA52-5063-4678-A524-306C2BDEE70C}" srcId="{9BAC8078-73CE-452F-9DAD-487B947A5241}" destId="{6087C78F-3F0E-4E79-A4D9-0F0DD61BC04A}" srcOrd="2" destOrd="0" parTransId="{F10990A9-C9A3-409B-8105-82115B13C411}" sibTransId="{B939ACA3-C732-436C-A9B5-E4D5B3A439E9}"/>
    <dgm:cxn modelId="{3AA98272-B5B7-A04C-912F-315DAD40F920}" type="presOf" srcId="{9BAC8078-73CE-452F-9DAD-487B947A5241}" destId="{F0F1FE85-5B5D-764E-87ED-1D85BF792154}" srcOrd="0" destOrd="0" presId="urn:microsoft.com/office/officeart/2005/8/layout/hierarchy1"/>
    <dgm:cxn modelId="{2124C69B-AE74-794B-930B-018275CEC786}" type="presOf" srcId="{D2B9B895-8CA9-4E47-AF2C-9FE683CA1F1A}" destId="{7B5675BD-25E4-BB4D-8614-ADD17F05525F}" srcOrd="0" destOrd="0" presId="urn:microsoft.com/office/officeart/2005/8/layout/hierarchy1"/>
    <dgm:cxn modelId="{A075D69E-2152-1347-A948-64F7D4FAF112}" type="presOf" srcId="{6087C78F-3F0E-4E79-A4D9-0F0DD61BC04A}" destId="{C1BEDB5D-8A14-B741-9795-18B368D12953}" srcOrd="0" destOrd="0" presId="urn:microsoft.com/office/officeart/2005/8/layout/hierarchy1"/>
    <dgm:cxn modelId="{F83C33B3-D1D3-A343-B3FD-01291FB17654}" type="presParOf" srcId="{F0F1FE85-5B5D-764E-87ED-1D85BF792154}" destId="{D07A8D77-7181-364D-B6A1-31AC2C5E25FA}" srcOrd="0" destOrd="0" presId="urn:microsoft.com/office/officeart/2005/8/layout/hierarchy1"/>
    <dgm:cxn modelId="{840D83E4-6D3F-0044-9697-657472CAA833}" type="presParOf" srcId="{D07A8D77-7181-364D-B6A1-31AC2C5E25FA}" destId="{482DB43A-F1F7-384C-A300-932B66EA71D7}" srcOrd="0" destOrd="0" presId="urn:microsoft.com/office/officeart/2005/8/layout/hierarchy1"/>
    <dgm:cxn modelId="{2C697ABB-188B-244A-B7A2-E4538879879C}" type="presParOf" srcId="{482DB43A-F1F7-384C-A300-932B66EA71D7}" destId="{572600B4-71AB-4F40-9F23-C5240EF7E661}" srcOrd="0" destOrd="0" presId="urn:microsoft.com/office/officeart/2005/8/layout/hierarchy1"/>
    <dgm:cxn modelId="{12B6F496-A722-364F-83FE-65EF77AB5C22}" type="presParOf" srcId="{482DB43A-F1F7-384C-A300-932B66EA71D7}" destId="{DA1617BA-2D4D-5A43-98D1-B03D8A960855}" srcOrd="1" destOrd="0" presId="urn:microsoft.com/office/officeart/2005/8/layout/hierarchy1"/>
    <dgm:cxn modelId="{D8A48FA0-6EBF-B340-BE04-2ED402F58EAD}" type="presParOf" srcId="{D07A8D77-7181-364D-B6A1-31AC2C5E25FA}" destId="{38198B2E-2C25-8B45-8CCD-72D543003929}" srcOrd="1" destOrd="0" presId="urn:microsoft.com/office/officeart/2005/8/layout/hierarchy1"/>
    <dgm:cxn modelId="{517FE9F7-C373-3E47-8FF3-31AED76F53DB}" type="presParOf" srcId="{F0F1FE85-5B5D-764E-87ED-1D85BF792154}" destId="{937AD181-7386-BB4B-A027-EB3D23B0367E}" srcOrd="1" destOrd="0" presId="urn:microsoft.com/office/officeart/2005/8/layout/hierarchy1"/>
    <dgm:cxn modelId="{D9C9CAEA-9C09-844F-A990-E50F03F72861}" type="presParOf" srcId="{937AD181-7386-BB4B-A027-EB3D23B0367E}" destId="{85C5AF20-D6BD-8B42-8077-9A2D9C4A53EE}" srcOrd="0" destOrd="0" presId="urn:microsoft.com/office/officeart/2005/8/layout/hierarchy1"/>
    <dgm:cxn modelId="{FEFDFDCE-C48B-E741-9AA6-57A1426D7421}" type="presParOf" srcId="{85C5AF20-D6BD-8B42-8077-9A2D9C4A53EE}" destId="{DAAF2835-F6F5-B643-94AC-B0908312EBA5}" srcOrd="0" destOrd="0" presId="urn:microsoft.com/office/officeart/2005/8/layout/hierarchy1"/>
    <dgm:cxn modelId="{72E95C28-5BD3-A94F-86FC-8D0D1FD42CE0}" type="presParOf" srcId="{85C5AF20-D6BD-8B42-8077-9A2D9C4A53EE}" destId="{FDFC0767-7AE9-FA44-B78D-FF1FA62BF5DA}" srcOrd="1" destOrd="0" presId="urn:microsoft.com/office/officeart/2005/8/layout/hierarchy1"/>
    <dgm:cxn modelId="{12E1EBE4-6DBA-9243-91F5-AE1F6E3E0481}" type="presParOf" srcId="{937AD181-7386-BB4B-A027-EB3D23B0367E}" destId="{6318A823-1B37-3A45-9230-5A184C605888}" srcOrd="1" destOrd="0" presId="urn:microsoft.com/office/officeart/2005/8/layout/hierarchy1"/>
    <dgm:cxn modelId="{13AA920B-3F2F-FB40-BE06-E4B061AD0D66}" type="presParOf" srcId="{F0F1FE85-5B5D-764E-87ED-1D85BF792154}" destId="{8B99BABF-8CDD-5741-AC58-D45A354FE1FF}" srcOrd="2" destOrd="0" presId="urn:microsoft.com/office/officeart/2005/8/layout/hierarchy1"/>
    <dgm:cxn modelId="{1993981D-1051-E142-B35C-C4E266ACAB18}" type="presParOf" srcId="{8B99BABF-8CDD-5741-AC58-D45A354FE1FF}" destId="{33721C2B-1BA7-D24E-AAF5-C05CA8F5B007}" srcOrd="0" destOrd="0" presId="urn:microsoft.com/office/officeart/2005/8/layout/hierarchy1"/>
    <dgm:cxn modelId="{CCD6BA9A-EA68-A046-A713-E9E1EAF84640}" type="presParOf" srcId="{33721C2B-1BA7-D24E-AAF5-C05CA8F5B007}" destId="{F4C794AE-D128-4C42-AC2B-C8DFBFF4720A}" srcOrd="0" destOrd="0" presId="urn:microsoft.com/office/officeart/2005/8/layout/hierarchy1"/>
    <dgm:cxn modelId="{AEA6473D-21D8-B746-A2DF-0D5EA5D07A13}" type="presParOf" srcId="{33721C2B-1BA7-D24E-AAF5-C05CA8F5B007}" destId="{C1BEDB5D-8A14-B741-9795-18B368D12953}" srcOrd="1" destOrd="0" presId="urn:microsoft.com/office/officeart/2005/8/layout/hierarchy1"/>
    <dgm:cxn modelId="{09B086D9-EBC1-5F49-BCF9-5B6B6160E759}" type="presParOf" srcId="{8B99BABF-8CDD-5741-AC58-D45A354FE1FF}" destId="{D11DDE9E-258A-8E4E-A05B-329836EFCBFD}" srcOrd="1" destOrd="0" presId="urn:microsoft.com/office/officeart/2005/8/layout/hierarchy1"/>
    <dgm:cxn modelId="{EC3DE6D4-2E07-3B44-A8DC-DC32221132DC}" type="presParOf" srcId="{F0F1FE85-5B5D-764E-87ED-1D85BF792154}" destId="{85ABF7A7-B8BB-D949-ABD8-20FF286A7E44}" srcOrd="3" destOrd="0" presId="urn:microsoft.com/office/officeart/2005/8/layout/hierarchy1"/>
    <dgm:cxn modelId="{7A058C3C-6314-BF43-ADFA-BF56F40E2783}" type="presParOf" srcId="{85ABF7A7-B8BB-D949-ABD8-20FF286A7E44}" destId="{B23D64E1-8360-6147-81F2-52C6C7D1289B}" srcOrd="0" destOrd="0" presId="urn:microsoft.com/office/officeart/2005/8/layout/hierarchy1"/>
    <dgm:cxn modelId="{464FF978-C07F-3B4E-8358-74A8194737C5}" type="presParOf" srcId="{B23D64E1-8360-6147-81F2-52C6C7D1289B}" destId="{6BA1DA39-5026-174D-A93B-88C0C9A2E1B0}" srcOrd="0" destOrd="0" presId="urn:microsoft.com/office/officeart/2005/8/layout/hierarchy1"/>
    <dgm:cxn modelId="{0CEC3B35-7D35-994C-ABEB-BB4284431285}" type="presParOf" srcId="{B23D64E1-8360-6147-81F2-52C6C7D1289B}" destId="{7B5675BD-25E4-BB4D-8614-ADD17F05525F}" srcOrd="1" destOrd="0" presId="urn:microsoft.com/office/officeart/2005/8/layout/hierarchy1"/>
    <dgm:cxn modelId="{CD283180-D1E7-D444-8436-1261B7CFE8F6}" type="presParOf" srcId="{85ABF7A7-B8BB-D949-ABD8-20FF286A7E44}" destId="{418C396D-E3BC-4B41-AB4E-B5B509D8F45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5A1A13-DDBF-8C42-9212-F0A050A5632E}">
      <dsp:nvSpPr>
        <dsp:cNvPr id="0" name=""/>
        <dsp:cNvSpPr/>
      </dsp:nvSpPr>
      <dsp:spPr>
        <a:xfrm>
          <a:off x="212" y="160401"/>
          <a:ext cx="2569562" cy="30834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816" tIns="0" rIns="253816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300" kern="1200"/>
            <a:t>Formålet er at identificere forskellige afleveringsprofiler blandt spillere ved hjælp af clustering. </a:t>
          </a:r>
          <a:endParaRPr lang="en-US" sz="1300" kern="1200"/>
        </a:p>
      </dsp:txBody>
      <dsp:txXfrm>
        <a:off x="212" y="1393791"/>
        <a:ext cx="2569562" cy="1850084"/>
      </dsp:txXfrm>
    </dsp:sp>
    <dsp:sp modelId="{B58796F4-928C-784B-9E18-2C7AEF2DC480}">
      <dsp:nvSpPr>
        <dsp:cNvPr id="0" name=""/>
        <dsp:cNvSpPr/>
      </dsp:nvSpPr>
      <dsp:spPr>
        <a:xfrm>
          <a:off x="212" y="160401"/>
          <a:ext cx="2569562" cy="1233389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816" tIns="165100" rIns="253816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01</a:t>
          </a:r>
        </a:p>
      </dsp:txBody>
      <dsp:txXfrm>
        <a:off x="212" y="160401"/>
        <a:ext cx="2569562" cy="1233389"/>
      </dsp:txXfrm>
    </dsp:sp>
    <dsp:sp modelId="{80A9DC5C-8C41-B741-BD9F-C719C5AE16BC}">
      <dsp:nvSpPr>
        <dsp:cNvPr id="0" name=""/>
        <dsp:cNvSpPr/>
      </dsp:nvSpPr>
      <dsp:spPr>
        <a:xfrm>
          <a:off x="2775340" y="160401"/>
          <a:ext cx="2569562" cy="30834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816" tIns="0" rIns="253816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300" kern="1200"/>
            <a:t>Analysen tager udgangspunkt i afleveringshændelser, hvor hver observation indeholder information om spiller, hold og afleveringskarakteristika. </a:t>
          </a:r>
          <a:endParaRPr lang="en-US" sz="1300" kern="1200"/>
        </a:p>
      </dsp:txBody>
      <dsp:txXfrm>
        <a:off x="2775340" y="1393791"/>
        <a:ext cx="2569562" cy="1850084"/>
      </dsp:txXfrm>
    </dsp:sp>
    <dsp:sp modelId="{92C450C9-5295-B741-9D26-EB58EA9D19C8}">
      <dsp:nvSpPr>
        <dsp:cNvPr id="0" name=""/>
        <dsp:cNvSpPr/>
      </dsp:nvSpPr>
      <dsp:spPr>
        <a:xfrm>
          <a:off x="2775340" y="160401"/>
          <a:ext cx="2569562" cy="1233389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816" tIns="165100" rIns="253816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02</a:t>
          </a:r>
        </a:p>
      </dsp:txBody>
      <dsp:txXfrm>
        <a:off x="2775340" y="160401"/>
        <a:ext cx="2569562" cy="1233389"/>
      </dsp:txXfrm>
    </dsp:sp>
    <dsp:sp modelId="{CC64E088-7F52-C343-ADAF-63A5D62B6378}">
      <dsp:nvSpPr>
        <dsp:cNvPr id="0" name=""/>
        <dsp:cNvSpPr/>
      </dsp:nvSpPr>
      <dsp:spPr>
        <a:xfrm>
          <a:off x="5550467" y="160401"/>
          <a:ext cx="2569562" cy="30834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816" tIns="0" rIns="253816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300" kern="1200"/>
            <a:t>Målet er at skabe et datadrevet overblik over, hvordan spillere adskiller sig i deres afleveringsadfærd. </a:t>
          </a:r>
          <a:endParaRPr lang="en-US" sz="1300" kern="1200"/>
        </a:p>
      </dsp:txBody>
      <dsp:txXfrm>
        <a:off x="5550467" y="1393791"/>
        <a:ext cx="2569562" cy="1850084"/>
      </dsp:txXfrm>
    </dsp:sp>
    <dsp:sp modelId="{565D26F2-08CC-8B4C-84B4-206BE3019F4E}">
      <dsp:nvSpPr>
        <dsp:cNvPr id="0" name=""/>
        <dsp:cNvSpPr/>
      </dsp:nvSpPr>
      <dsp:spPr>
        <a:xfrm>
          <a:off x="5550467" y="160401"/>
          <a:ext cx="2569562" cy="1233389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816" tIns="165100" rIns="253816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03</a:t>
          </a:r>
        </a:p>
      </dsp:txBody>
      <dsp:txXfrm>
        <a:off x="5550467" y="160401"/>
        <a:ext cx="2569562" cy="1233389"/>
      </dsp:txXfrm>
    </dsp:sp>
    <dsp:sp modelId="{84BD2816-0156-F242-9A78-BDA53CF560B1}">
      <dsp:nvSpPr>
        <dsp:cNvPr id="0" name=""/>
        <dsp:cNvSpPr/>
      </dsp:nvSpPr>
      <dsp:spPr>
        <a:xfrm>
          <a:off x="8325594" y="160401"/>
          <a:ext cx="2569562" cy="30834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816" tIns="0" rIns="253816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300" kern="1200"/>
            <a:t>Analysen skal gøre det lettere for Brøndby IF at forstå forskellige spillerprofiler og bruge dem i både analyse og scouting. </a:t>
          </a:r>
          <a:endParaRPr lang="en-US" sz="1300" kern="1200"/>
        </a:p>
      </dsp:txBody>
      <dsp:txXfrm>
        <a:off x="8325594" y="1393791"/>
        <a:ext cx="2569562" cy="1850084"/>
      </dsp:txXfrm>
    </dsp:sp>
    <dsp:sp modelId="{7F89A5D8-324D-894F-9CD5-537A9B077F2B}">
      <dsp:nvSpPr>
        <dsp:cNvPr id="0" name=""/>
        <dsp:cNvSpPr/>
      </dsp:nvSpPr>
      <dsp:spPr>
        <a:xfrm>
          <a:off x="8325594" y="160401"/>
          <a:ext cx="2569562" cy="1233389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816" tIns="165100" rIns="253816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04</a:t>
          </a:r>
        </a:p>
      </dsp:txBody>
      <dsp:txXfrm>
        <a:off x="8325594" y="160401"/>
        <a:ext cx="2569562" cy="12333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DF828E-0491-484D-B75A-5251BFDCAB6C}">
      <dsp:nvSpPr>
        <dsp:cNvPr id="0" name=""/>
        <dsp:cNvSpPr/>
      </dsp:nvSpPr>
      <dsp:spPr>
        <a:xfrm>
          <a:off x="6708" y="217804"/>
          <a:ext cx="2097014" cy="25164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7138" tIns="0" rIns="20713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100" kern="1200"/>
            <a:t>Identificere hvilke afleveringsprofiler der findes i egen trup </a:t>
          </a:r>
          <a:endParaRPr lang="en-US" sz="1100" kern="1200"/>
        </a:p>
      </dsp:txBody>
      <dsp:txXfrm>
        <a:off x="6708" y="1224371"/>
        <a:ext cx="2097014" cy="1509850"/>
      </dsp:txXfrm>
    </dsp:sp>
    <dsp:sp modelId="{E9983C69-0E63-3845-BBCB-F252FE83EC1D}">
      <dsp:nvSpPr>
        <dsp:cNvPr id="0" name=""/>
        <dsp:cNvSpPr/>
      </dsp:nvSpPr>
      <dsp:spPr>
        <a:xfrm>
          <a:off x="6708" y="217804"/>
          <a:ext cx="2097014" cy="1006566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7138" tIns="165100" rIns="207138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01</a:t>
          </a:r>
        </a:p>
      </dsp:txBody>
      <dsp:txXfrm>
        <a:off x="6708" y="217804"/>
        <a:ext cx="2097014" cy="1006566"/>
      </dsp:txXfrm>
    </dsp:sp>
    <dsp:sp modelId="{43B9646E-4237-7943-9A45-86AD64549273}">
      <dsp:nvSpPr>
        <dsp:cNvPr id="0" name=""/>
        <dsp:cNvSpPr/>
      </dsp:nvSpPr>
      <dsp:spPr>
        <a:xfrm>
          <a:off x="2271483" y="217804"/>
          <a:ext cx="2097014" cy="25164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7138" tIns="0" rIns="20713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100" kern="1200"/>
            <a:t>Skabe et bedre overblik over holdets opbygningsspil </a:t>
          </a:r>
          <a:endParaRPr lang="en-US" sz="1100" kern="1200"/>
        </a:p>
      </dsp:txBody>
      <dsp:txXfrm>
        <a:off x="2271483" y="1224371"/>
        <a:ext cx="2097014" cy="1509850"/>
      </dsp:txXfrm>
    </dsp:sp>
    <dsp:sp modelId="{A5B6A73C-16A8-1D45-AA2C-2CD9D097C171}">
      <dsp:nvSpPr>
        <dsp:cNvPr id="0" name=""/>
        <dsp:cNvSpPr/>
      </dsp:nvSpPr>
      <dsp:spPr>
        <a:xfrm>
          <a:off x="2271483" y="217804"/>
          <a:ext cx="2097014" cy="1006566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7138" tIns="165100" rIns="207138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02</a:t>
          </a:r>
        </a:p>
      </dsp:txBody>
      <dsp:txXfrm>
        <a:off x="2271483" y="217804"/>
        <a:ext cx="2097014" cy="1006566"/>
      </dsp:txXfrm>
    </dsp:sp>
    <dsp:sp modelId="{F7619670-A9CB-1A49-905B-CE36BD8F4BEA}">
      <dsp:nvSpPr>
        <dsp:cNvPr id="0" name=""/>
        <dsp:cNvSpPr/>
      </dsp:nvSpPr>
      <dsp:spPr>
        <a:xfrm>
          <a:off x="4536259" y="217804"/>
          <a:ext cx="2097014" cy="25164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7138" tIns="0" rIns="20713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100" kern="1200"/>
            <a:t>Sammenligne spillere på tværs af hold og sæsoner </a:t>
          </a:r>
          <a:endParaRPr lang="en-US" sz="1100" kern="1200"/>
        </a:p>
      </dsp:txBody>
      <dsp:txXfrm>
        <a:off x="4536259" y="1224371"/>
        <a:ext cx="2097014" cy="1509850"/>
      </dsp:txXfrm>
    </dsp:sp>
    <dsp:sp modelId="{980AF885-2B23-DC43-BCCA-E7E14457E470}">
      <dsp:nvSpPr>
        <dsp:cNvPr id="0" name=""/>
        <dsp:cNvSpPr/>
      </dsp:nvSpPr>
      <dsp:spPr>
        <a:xfrm>
          <a:off x="4536259" y="217804"/>
          <a:ext cx="2097014" cy="1006566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7138" tIns="165100" rIns="207138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03</a:t>
          </a:r>
        </a:p>
      </dsp:txBody>
      <dsp:txXfrm>
        <a:off x="4536259" y="217804"/>
        <a:ext cx="2097014" cy="1006566"/>
      </dsp:txXfrm>
    </dsp:sp>
    <dsp:sp modelId="{3B144C0C-7891-8548-87AB-A03605574532}">
      <dsp:nvSpPr>
        <dsp:cNvPr id="0" name=""/>
        <dsp:cNvSpPr/>
      </dsp:nvSpPr>
      <dsp:spPr>
        <a:xfrm>
          <a:off x="6801034" y="217804"/>
          <a:ext cx="2097014" cy="25164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7138" tIns="0" rIns="20713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100" kern="1200"/>
            <a:t>Understøtte scouting og rekruttering </a:t>
          </a:r>
          <a:endParaRPr lang="en-US" sz="1100" kern="1200"/>
        </a:p>
      </dsp:txBody>
      <dsp:txXfrm>
        <a:off x="6801034" y="1224371"/>
        <a:ext cx="2097014" cy="1509850"/>
      </dsp:txXfrm>
    </dsp:sp>
    <dsp:sp modelId="{87D89702-05D0-2A4B-A4BD-FDBEF2DD5C51}">
      <dsp:nvSpPr>
        <dsp:cNvPr id="0" name=""/>
        <dsp:cNvSpPr/>
      </dsp:nvSpPr>
      <dsp:spPr>
        <a:xfrm>
          <a:off x="6801034" y="217804"/>
          <a:ext cx="2097014" cy="1006566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7138" tIns="165100" rIns="207138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04</a:t>
          </a:r>
        </a:p>
      </dsp:txBody>
      <dsp:txXfrm>
        <a:off x="6801034" y="217804"/>
        <a:ext cx="2097014" cy="1006566"/>
      </dsp:txXfrm>
    </dsp:sp>
    <dsp:sp modelId="{88BE7EE9-2959-B742-9647-62858A4FE2AE}">
      <dsp:nvSpPr>
        <dsp:cNvPr id="0" name=""/>
        <dsp:cNvSpPr/>
      </dsp:nvSpPr>
      <dsp:spPr>
        <a:xfrm>
          <a:off x="9065810" y="217804"/>
          <a:ext cx="2097014" cy="25164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7138" tIns="0" rIns="20713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100" kern="1200"/>
            <a:t>Bruges som beslutningsunderstøttende værktøj i en sportslig kontekst</a:t>
          </a:r>
          <a:endParaRPr lang="en-US" sz="1100" kern="1200"/>
        </a:p>
      </dsp:txBody>
      <dsp:txXfrm>
        <a:off x="9065810" y="1224371"/>
        <a:ext cx="2097014" cy="1509850"/>
      </dsp:txXfrm>
    </dsp:sp>
    <dsp:sp modelId="{81B9622C-EF1C-D843-9BE9-1F019B18C2CD}">
      <dsp:nvSpPr>
        <dsp:cNvPr id="0" name=""/>
        <dsp:cNvSpPr/>
      </dsp:nvSpPr>
      <dsp:spPr>
        <a:xfrm>
          <a:off x="9065810" y="217804"/>
          <a:ext cx="2097014" cy="1006566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7138" tIns="165100" rIns="207138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05</a:t>
          </a:r>
        </a:p>
      </dsp:txBody>
      <dsp:txXfrm>
        <a:off x="9065810" y="217804"/>
        <a:ext cx="2097014" cy="10065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600B4-71AB-4F40-9F23-C5240EF7E661}">
      <dsp:nvSpPr>
        <dsp:cNvPr id="0" name=""/>
        <dsp:cNvSpPr/>
      </dsp:nvSpPr>
      <dsp:spPr>
        <a:xfrm>
          <a:off x="2755" y="1299806"/>
          <a:ext cx="1967199" cy="12491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617BA-2D4D-5A43-98D1-B03D8A960855}">
      <dsp:nvSpPr>
        <dsp:cNvPr id="0" name=""/>
        <dsp:cNvSpPr/>
      </dsp:nvSpPr>
      <dsp:spPr>
        <a:xfrm>
          <a:off x="221332" y="1507455"/>
          <a:ext cx="1967199" cy="12491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/>
            <a:t>Med udgangspunkt i analyserne fra opgave 3 er der udviklet et interaktivt dashboard i Shiny. </a:t>
          </a:r>
          <a:endParaRPr lang="en-US" sz="1200" kern="1200"/>
        </a:p>
      </dsp:txBody>
      <dsp:txXfrm>
        <a:off x="257919" y="1544042"/>
        <a:ext cx="1894025" cy="1175997"/>
      </dsp:txXfrm>
    </dsp:sp>
    <dsp:sp modelId="{DAAF2835-F6F5-B643-94AC-B0908312EBA5}">
      <dsp:nvSpPr>
        <dsp:cNvPr id="0" name=""/>
        <dsp:cNvSpPr/>
      </dsp:nvSpPr>
      <dsp:spPr>
        <a:xfrm>
          <a:off x="2407110" y="1299806"/>
          <a:ext cx="1967199" cy="12491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FC0767-7AE9-FA44-B78D-FF1FA62BF5DA}">
      <dsp:nvSpPr>
        <dsp:cNvPr id="0" name=""/>
        <dsp:cNvSpPr/>
      </dsp:nvSpPr>
      <dsp:spPr>
        <a:xfrm>
          <a:off x="2625687" y="1507455"/>
          <a:ext cx="1967199" cy="12491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/>
            <a:t>Formålet er at formidle Brøndby IF’s afleveringsprofiler på en måde, der er direkte anvendelig i en fodboldfaglig kontekst. </a:t>
          </a:r>
          <a:endParaRPr lang="en-US" sz="1200" kern="1200"/>
        </a:p>
      </dsp:txBody>
      <dsp:txXfrm>
        <a:off x="2662274" y="1544042"/>
        <a:ext cx="1894025" cy="1175997"/>
      </dsp:txXfrm>
    </dsp:sp>
    <dsp:sp modelId="{F4C794AE-D128-4C42-AC2B-C8DFBFF4720A}">
      <dsp:nvSpPr>
        <dsp:cNvPr id="0" name=""/>
        <dsp:cNvSpPr/>
      </dsp:nvSpPr>
      <dsp:spPr>
        <a:xfrm>
          <a:off x="4811464" y="1299806"/>
          <a:ext cx="1967199" cy="12491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BEDB5D-8A14-B741-9795-18B368D12953}">
      <dsp:nvSpPr>
        <dsp:cNvPr id="0" name=""/>
        <dsp:cNvSpPr/>
      </dsp:nvSpPr>
      <dsp:spPr>
        <a:xfrm>
          <a:off x="5030042" y="1507455"/>
          <a:ext cx="1967199" cy="12491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/>
            <a:t>Dashboardet er målrettet klubbens analyseafdeling og trænerstab. </a:t>
          </a:r>
          <a:endParaRPr lang="en-US" sz="1200" kern="1200"/>
        </a:p>
      </dsp:txBody>
      <dsp:txXfrm>
        <a:off x="5066629" y="1544042"/>
        <a:ext cx="1894025" cy="1175997"/>
      </dsp:txXfrm>
    </dsp:sp>
    <dsp:sp modelId="{6BA1DA39-5026-174D-A93B-88C0C9A2E1B0}">
      <dsp:nvSpPr>
        <dsp:cNvPr id="0" name=""/>
        <dsp:cNvSpPr/>
      </dsp:nvSpPr>
      <dsp:spPr>
        <a:xfrm>
          <a:off x="7215819" y="1299806"/>
          <a:ext cx="1967199" cy="12491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675BD-25E4-BB4D-8614-ADD17F05525F}">
      <dsp:nvSpPr>
        <dsp:cNvPr id="0" name=""/>
        <dsp:cNvSpPr/>
      </dsp:nvSpPr>
      <dsp:spPr>
        <a:xfrm>
          <a:off x="7434397" y="1507455"/>
          <a:ext cx="1967199" cy="12491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/>
            <a:t>Fokus har været på at skabe et værktøj, der ikke blot præsenterer data, men understøtter konkrete beslutningsprocesser</a:t>
          </a:r>
          <a:r>
            <a:rPr lang="da-DK" sz="1200" b="0" i="0" kern="1200" baseline="0"/>
            <a:t>.</a:t>
          </a:r>
          <a:endParaRPr lang="en-US" sz="1200" kern="1200"/>
        </a:p>
      </dsp:txBody>
      <dsp:txXfrm>
        <a:off x="7470984" y="1544042"/>
        <a:ext cx="1894025" cy="11759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AD4E-02D7-3F44-97CD-7299A5692DA2}" type="datetimeFigureOut">
              <a:rPr lang="da-DK" smtClean="0"/>
              <a:t>11.04.2026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B9F06-9097-3C40-965B-86086AADE12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73073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AD4E-02D7-3F44-97CD-7299A5692DA2}" type="datetimeFigureOut">
              <a:rPr lang="da-DK" smtClean="0"/>
              <a:t>11.04.2026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B9F06-9097-3C40-965B-86086AADE12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14143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AD4E-02D7-3F44-97CD-7299A5692DA2}" type="datetimeFigureOut">
              <a:rPr lang="da-DK" smtClean="0"/>
              <a:t>11.04.2026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B9F06-9097-3C40-965B-86086AADE12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4148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AD4E-02D7-3F44-97CD-7299A5692DA2}" type="datetimeFigureOut">
              <a:rPr lang="da-DK" smtClean="0"/>
              <a:t>11.04.2026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B9F06-9097-3C40-965B-86086AADE12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56439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AD4E-02D7-3F44-97CD-7299A5692DA2}" type="datetimeFigureOut">
              <a:rPr lang="da-DK" smtClean="0"/>
              <a:t>11.04.2026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B9F06-9097-3C40-965B-86086AADE12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16653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AD4E-02D7-3F44-97CD-7299A5692DA2}" type="datetimeFigureOut">
              <a:rPr lang="da-DK" smtClean="0"/>
              <a:t>11.04.2026</a:t>
            </a:fld>
            <a:endParaRPr lang="da-DK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B9F06-9097-3C40-965B-86086AADE12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89413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AD4E-02D7-3F44-97CD-7299A5692DA2}" type="datetimeFigureOut">
              <a:rPr lang="da-DK" smtClean="0"/>
              <a:t>11.04.2026</a:t>
            </a:fld>
            <a:endParaRPr lang="da-D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B9F06-9097-3C40-965B-86086AADE12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05859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AD4E-02D7-3F44-97CD-7299A5692DA2}" type="datetimeFigureOut">
              <a:rPr lang="da-DK" smtClean="0"/>
              <a:t>11.04.2026</a:t>
            </a:fld>
            <a:endParaRPr lang="da-DK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B9F06-9097-3C40-965B-86086AADE12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07075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AD4E-02D7-3F44-97CD-7299A5692DA2}" type="datetimeFigureOut">
              <a:rPr lang="da-DK" smtClean="0"/>
              <a:t>11.04.2026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B9F06-9097-3C40-965B-86086AADE12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9584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AD4E-02D7-3F44-97CD-7299A5692DA2}" type="datetimeFigureOut">
              <a:rPr lang="da-DK" smtClean="0"/>
              <a:t>11.04.2026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B9F06-9097-3C40-965B-86086AADE12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72366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AD4E-02D7-3F44-97CD-7299A5692DA2}" type="datetimeFigureOut">
              <a:rPr lang="da-DK" smtClean="0"/>
              <a:t>11.04.2026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B9F06-9097-3C40-965B-86086AADE12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65917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AD4E-02D7-3F44-97CD-7299A5692DA2}" type="datetimeFigureOut">
              <a:rPr lang="da-DK" smtClean="0"/>
              <a:t>11.04.2026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B9F06-9097-3C40-965B-86086AADE12B}" type="slidenum">
              <a:rPr lang="da-DK" smtClean="0"/>
              <a:t>‹nr.›</a:t>
            </a:fld>
            <a:endParaRPr lang="da-DK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40653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AD4E-02D7-3F44-97CD-7299A5692DA2}" type="datetimeFigureOut">
              <a:rPr lang="da-DK" smtClean="0"/>
              <a:t>11.04.2026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B9F06-9097-3C40-965B-86086AADE12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25840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AD4E-02D7-3F44-97CD-7299A5692DA2}" type="datetimeFigureOut">
              <a:rPr lang="da-DK" smtClean="0"/>
              <a:t>11.04.2026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B9F06-9097-3C40-965B-86086AADE12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571353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AD4E-02D7-3F44-97CD-7299A5692DA2}" type="datetimeFigureOut">
              <a:rPr lang="da-DK" smtClean="0"/>
              <a:t>11.04.2026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B9F06-9097-3C40-965B-86086AADE12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3250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AD4E-02D7-3F44-97CD-7299A5692DA2}" type="datetimeFigureOut">
              <a:rPr lang="da-DK" smtClean="0"/>
              <a:t>11.04.2026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B9F06-9097-3C40-965B-86086AADE12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408901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AD4E-02D7-3F44-97CD-7299A5692DA2}" type="datetimeFigureOut">
              <a:rPr lang="da-DK" smtClean="0"/>
              <a:t>11.04.2026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B9F06-9097-3C40-965B-86086AADE12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3037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574AD4E-02D7-3F44-97CD-7299A5692DA2}" type="datetimeFigureOut">
              <a:rPr lang="da-DK" smtClean="0"/>
              <a:t>11.04.2026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B9F06-9097-3C40-965B-86086AADE12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56408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1" name="Rectangle 8200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FAD4ED6-ABF1-0EF9-0EE6-DAFE6B778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91925" y="1325880"/>
            <a:ext cx="3352375" cy="3066507"/>
          </a:xfrm>
        </p:spPr>
        <p:txBody>
          <a:bodyPr>
            <a:normAutofit/>
          </a:bodyPr>
          <a:lstStyle/>
          <a:p>
            <a:r>
              <a:rPr lang="da-DK" sz="5400" dirty="0">
                <a:solidFill>
                  <a:srgbClr val="EBEBEB"/>
                </a:solidFill>
              </a:rPr>
              <a:t>Opgave 3.1 &amp; 4.1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5C8BA93-8651-8B61-B70C-E63E0661B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91925" y="4588329"/>
            <a:ext cx="3352375" cy="1621508"/>
          </a:xfrm>
        </p:spPr>
        <p:txBody>
          <a:bodyPr>
            <a:normAutofit/>
          </a:bodyPr>
          <a:lstStyle/>
          <a:p>
            <a:r>
              <a:rPr lang="da-DK" sz="1800">
                <a:solidFill>
                  <a:schemeClr val="tx2">
                    <a:lumMod val="40000"/>
                    <a:lumOff val="60000"/>
                  </a:schemeClr>
                </a:solidFill>
              </a:rPr>
              <a:t>Lavet af Benjamin, Kalle, Mehdi og Umar</a:t>
            </a:r>
          </a:p>
        </p:txBody>
      </p:sp>
      <p:sp>
        <p:nvSpPr>
          <p:cNvPr id="8203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205" name="Freeform: Shape 8204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207" name="Rectangle 8206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pic>
        <p:nvPicPr>
          <p:cNvPr id="8196" name="Picture 4" descr="Fodbold: Brøndby, ingen kvaler så længe ejer betaler! – Økonomi i sportens  verden">
            <a:extLst>
              <a:ext uri="{FF2B5EF4-FFF2-40B4-BE49-F238E27FC236}">
                <a16:creationId xmlns:a16="http://schemas.microsoft.com/office/drawing/2014/main" id="{BC84B0F7-83A1-4114-6206-8ADC6B37C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" r="1037" b="1"/>
          <a:stretch>
            <a:fillRect/>
          </a:stretch>
        </p:blipFill>
        <p:spPr bwMode="auto">
          <a:xfrm>
            <a:off x="1062547" y="647698"/>
            <a:ext cx="5433275" cy="556213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7254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2ADF9B3-2BE4-467E-B041-6FFA38B79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da-DK">
                <a:solidFill>
                  <a:srgbClr val="FFFFFF"/>
                </a:solidFill>
              </a:rPr>
              <a:t>Opgave 3.1 - Afleveringer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B410D21-6813-16B7-2754-BF7526F84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r>
              <a:rPr lang="da-DK" dirty="0"/>
              <a:t>” Lav en Clustering model af afleveringer i indeværende sæson. I bestemmer selv antallet af clustre. Hvad kendetegner jeres clustre som modellen valgt at opdele afleveringerne på? (Hint: sæt en sigende overskrift på hvert af jeres clustre – husk det skal give Brøndby IF et overblik)”</a:t>
            </a:r>
          </a:p>
        </p:txBody>
      </p:sp>
    </p:spTree>
    <p:extLst>
      <p:ext uri="{BB962C8B-B14F-4D97-AF65-F5344CB8AC3E}">
        <p14:creationId xmlns:p14="http://schemas.microsoft.com/office/powerpoint/2010/main" val="5223894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7BE63A3-0617-35B2-61D0-36BA7BC7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da-DK">
                <a:solidFill>
                  <a:srgbClr val="EBEBEB"/>
                </a:solidFill>
              </a:rPr>
              <a:t>Formål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da-DK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BB3F78ED-BEEF-E294-F009-6BCAE2A25B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7776686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0841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33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53EAC7-7461-B990-4BA4-211AE02B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a-DK" sz="2900" dirty="0">
                <a:solidFill>
                  <a:srgbClr val="EBEBEB"/>
                </a:solidFill>
              </a:rPr>
              <a:t>Datagrundlag og konstruktion af afleveringspræcision</a:t>
            </a:r>
          </a:p>
        </p:txBody>
      </p:sp>
      <p:sp>
        <p:nvSpPr>
          <p:cNvPr id="1036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8" name="Freeform: Shape 1037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da-DK"/>
          </a:p>
        </p:txBody>
      </p:sp>
      <p:pic>
        <p:nvPicPr>
          <p:cNvPr id="1029" name="Picture 5" descr="Brøndby måtte nøjes med uafgjort i skydetelt mod FC Nordsjælland |  Superliga | DR">
            <a:extLst>
              <a:ext uri="{FF2B5EF4-FFF2-40B4-BE49-F238E27FC236}">
                <a16:creationId xmlns:a16="http://schemas.microsoft.com/office/drawing/2014/main" id="{A4EC627A-0582-54D9-2380-81C2B6588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3992" y="1896217"/>
            <a:ext cx="5449889" cy="306556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9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F8563C0-33DD-886A-7EBF-CA4804901C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8931" y="2438400"/>
            <a:ext cx="4166509" cy="37854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da-DK" altLang="da-DK" sz="1400" dirty="0">
                <a:solidFill>
                  <a:srgbClr val="EBEBEB"/>
                </a:solidFill>
              </a:rPr>
              <a:t>Analysen bygger på afleveringsdata fra to sæsoner. </a:t>
            </a:r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400" dirty="0">
                <a:solidFill>
                  <a:srgbClr val="EBEBEB"/>
                </a:solidFill>
              </a:rPr>
              <a:t> Da afleveringspræcision ikke var konsistent tilgængelig i data for begge sæsoner, blev den konstrueret indirekte. </a:t>
            </a:r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400" dirty="0">
                <a:solidFill>
                  <a:srgbClr val="EBEBEB"/>
                </a:solidFill>
              </a:rPr>
              <a:t>Det blev gjort ved at gennemgå hver kamp og hvert hold og kun beholde de afleveringer, hvor modtageren var registreret som spiller på samme hold i den pågældende kamp. </a:t>
            </a:r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400" dirty="0">
                <a:solidFill>
                  <a:srgbClr val="EBEBEB"/>
                </a:solidFill>
              </a:rPr>
              <a:t>På den måde opnås et datasæt, der med stor sandsynlighed indeholder succesfulde afleveringer. </a:t>
            </a:r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400" dirty="0">
                <a:solidFill>
                  <a:srgbClr val="EBEBEB"/>
                </a:solidFill>
              </a:rPr>
              <a:t>Metoden er en rimelig tilnærmelse, men den er også en forenkling og kan i enkelte tilfælde fejlvurdere situationer.</a:t>
            </a:r>
          </a:p>
        </p:txBody>
      </p:sp>
    </p:spTree>
    <p:extLst>
      <p:ext uri="{BB962C8B-B14F-4D97-AF65-F5344CB8AC3E}">
        <p14:creationId xmlns:p14="http://schemas.microsoft.com/office/powerpoint/2010/main" val="31393831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25A7CB4-E21A-C483-4E13-1F9010B05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da-DK">
                <a:solidFill>
                  <a:srgbClr val="FFFFFF"/>
                </a:solidFill>
              </a:rPr>
              <a:t>Aggregation fra afleveringer til spillerniveau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7B467C-633A-42D8-C4BB-CA0B056D22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312" y="2763520"/>
            <a:ext cx="8946541" cy="348487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altLang="da-DK" sz="1700"/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700"/>
              <a:t>Data blev samlet fra den enkelte aflevering til spillerniveau før selve clustering-analysen. </a:t>
            </a:r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700"/>
              <a:t>For hver spiller blev der beregnet centrale nøgletal for afleveringsadfærd. </a:t>
            </a:r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700"/>
              <a:t>Kun spillere med et minimum antal afleveringer indgår i analysen for at sikre mere robuste estimater. </a:t>
            </a:r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700"/>
              <a:t>Dette valg reducerer støj i data og gør clustrene mere stabile og fortolkelige. </a:t>
            </a:r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700"/>
              <a:t>Modellen identificerer derfor ikke typer af afleveringer, men typer af spillere baseret på deres afleveringsmønstre</a:t>
            </a:r>
            <a:r>
              <a:rPr kumimoji="0" lang="da-DK" altLang="da-DK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77350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9222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3091DB4-AB63-B6C2-39EF-DBDAA562F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a-DK" sz="3600">
                <a:solidFill>
                  <a:srgbClr val="EBEBEB"/>
                </a:solidFill>
              </a:rPr>
              <a:t>Udvalgte variable til clustering</a:t>
            </a:r>
          </a:p>
        </p:txBody>
      </p:sp>
      <p:sp>
        <p:nvSpPr>
          <p:cNvPr id="9225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227" name="Freeform: Shape 9226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da-DK"/>
          </a:p>
        </p:txBody>
      </p:sp>
      <p:pic>
        <p:nvPicPr>
          <p:cNvPr id="9218" name="Picture 2" descr="Brøndby - Seattle Sounders 2-0: Hvad lærte vi af fredagens sejr?">
            <a:extLst>
              <a:ext uri="{FF2B5EF4-FFF2-40B4-BE49-F238E27FC236}">
                <a16:creationId xmlns:a16="http://schemas.microsoft.com/office/drawing/2014/main" id="{679FB030-D549-0D36-7F10-FDB27D911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3992" y="1916654"/>
            <a:ext cx="5449889" cy="302468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9" name="Rectangle 9228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A760E4F-7116-03F3-6D3D-D12E0AA4F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a-DK" sz="1700">
                <a:solidFill>
                  <a:srgbClr val="EBEBEB"/>
                </a:solidFill>
              </a:rPr>
              <a:t>Afleveringspræcision </a:t>
            </a:r>
          </a:p>
          <a:p>
            <a:pPr>
              <a:lnSpc>
                <a:spcPct val="90000"/>
              </a:lnSpc>
            </a:pPr>
            <a:r>
              <a:rPr lang="da-DK" sz="1700">
                <a:solidFill>
                  <a:srgbClr val="EBEBEB"/>
                </a:solidFill>
              </a:rPr>
              <a:t>Gennemsnitlig afleveringslængde </a:t>
            </a:r>
          </a:p>
          <a:p>
            <a:pPr>
              <a:lnSpc>
                <a:spcPct val="90000"/>
              </a:lnSpc>
            </a:pPr>
            <a:r>
              <a:rPr lang="da-DK" sz="1700">
                <a:solidFill>
                  <a:srgbClr val="EBEBEB"/>
                </a:solidFill>
              </a:rPr>
              <a:t>Andel lange afleveringer </a:t>
            </a:r>
          </a:p>
          <a:p>
            <a:pPr>
              <a:lnSpc>
                <a:spcPct val="90000"/>
              </a:lnSpc>
            </a:pPr>
            <a:r>
              <a:rPr lang="da-DK" sz="1700">
                <a:solidFill>
                  <a:srgbClr val="EBEBEB"/>
                </a:solidFill>
              </a:rPr>
              <a:t>Andel fremadrettede afleveringer </a:t>
            </a:r>
          </a:p>
          <a:p>
            <a:pPr>
              <a:lnSpc>
                <a:spcPct val="90000"/>
              </a:lnSpc>
            </a:pPr>
            <a:r>
              <a:rPr lang="da-DK" sz="1700">
                <a:solidFill>
                  <a:srgbClr val="EBEBEB"/>
                </a:solidFill>
              </a:rPr>
              <a:t>Gennemsnitlig afleveringsvinkel </a:t>
            </a:r>
          </a:p>
          <a:p>
            <a:pPr>
              <a:lnSpc>
                <a:spcPct val="90000"/>
              </a:lnSpc>
            </a:pPr>
            <a:r>
              <a:rPr lang="da-DK" sz="1700">
                <a:solidFill>
                  <a:srgbClr val="EBEBEB"/>
                </a:solidFill>
              </a:rPr>
              <a:t>Variablene beskriver både sikkerhed, risiko og retning i spillernes pasningsspil. </a:t>
            </a:r>
          </a:p>
          <a:p>
            <a:pPr>
              <a:lnSpc>
                <a:spcPct val="90000"/>
              </a:lnSpc>
            </a:pPr>
            <a:r>
              <a:rPr lang="da-DK" sz="1700">
                <a:solidFill>
                  <a:srgbClr val="EBEBEB"/>
                </a:solidFill>
              </a:rPr>
              <a:t>Før clustering blev variablene standardiseret, så de kunne sammenlignes på tværs af forskellige skalaer. </a:t>
            </a:r>
          </a:p>
          <a:p>
            <a:pPr>
              <a:lnSpc>
                <a:spcPct val="90000"/>
              </a:lnSpc>
            </a:pPr>
            <a:endParaRPr lang="da-DK" sz="1700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6218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307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A801428-80F8-F5BC-A6A2-D15CCE2A7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da-DK">
                <a:solidFill>
                  <a:srgbClr val="EBEBEB"/>
                </a:solidFill>
              </a:rPr>
              <a:t>Valg af antal clusters</a:t>
            </a:r>
          </a:p>
        </p:txBody>
      </p:sp>
      <p:sp>
        <p:nvSpPr>
          <p:cNvPr id="308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4" name="Freeform: Shape 308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da-DK"/>
          </a:p>
        </p:txBody>
      </p:sp>
      <p:pic>
        <p:nvPicPr>
          <p:cNvPr id="3075" name="Picture 3" descr="Et billede, der indeholder tekst, linje/række, diagram, Kurve&#10;&#10;AI-genereret indhold kan være ukorrekt.">
            <a:extLst>
              <a:ext uri="{FF2B5EF4-FFF2-40B4-BE49-F238E27FC236}">
                <a16:creationId xmlns:a16="http://schemas.microsoft.com/office/drawing/2014/main" id="{E1A58D30-41C4-AA95-25F7-CA476BEF9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3992" y="1691847"/>
            <a:ext cx="5449889" cy="3474303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6" name="Rectangle 308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B9BE60-564D-99C0-8618-2C7EA66EAD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8931" y="2438400"/>
            <a:ext cx="4166509" cy="37854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1700" b="0" i="0" u="none" strike="noStrike" cap="none" normalizeH="0" baseline="0">
              <a:ln>
                <a:noFill/>
              </a:ln>
              <a:solidFill>
                <a:srgbClr val="EBEBEB"/>
              </a:solidFill>
              <a:effectLst/>
              <a:latin typeface="Arial" panose="020B0604020202020204" pitchFamily="34" charset="0"/>
            </a:endParaRPr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700">
                <a:solidFill>
                  <a:srgbClr val="EBEBEB"/>
                </a:solidFill>
              </a:rPr>
              <a:t>Der blev anvendt k-means clustering. </a:t>
            </a:r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700">
                <a:solidFill>
                  <a:srgbClr val="EBEBEB"/>
                </a:solidFill>
              </a:rPr>
              <a:t>Antallet af clusters blev fastlagt ved hjælp af elbow-metoden. </a:t>
            </a:r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700">
                <a:solidFill>
                  <a:srgbClr val="EBEBEB"/>
                </a:solidFill>
              </a:rPr>
              <a:t>Elbow-plottet viste et tydeligt knæk ved tre cluster. </a:t>
            </a:r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700">
                <a:solidFill>
                  <a:srgbClr val="EBEBEB"/>
                </a:solidFill>
              </a:rPr>
              <a:t>Tre clusters blev derfor valgt som et kompromis mellem variation i data og fortolkelighed i en fodboldfaglig kontekst</a:t>
            </a:r>
            <a:r>
              <a:rPr kumimoji="0" lang="da-DK" altLang="da-DK" sz="1700" b="0" i="0" u="none" strike="noStrike" cap="none" normalizeH="0" baseline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0463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54A80AA-C3D1-4A58-A6C1-0C696872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2" y="624752"/>
            <a:ext cx="3513607" cy="1550044"/>
          </a:xfrm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da-DK" sz="3200" dirty="0">
                <a:solidFill>
                  <a:srgbClr val="EBEBEB"/>
                </a:solidFill>
              </a:rPr>
              <a:t>Tre afleveringsprofiler blandt spillerne</a:t>
            </a:r>
          </a:p>
        </p:txBody>
      </p:sp>
      <p:sp>
        <p:nvSpPr>
          <p:cNvPr id="4105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07" name="Freeform: Shape 4106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B3B5A-F3E9-0846-1C91-7484DEE64B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2516" y="2276775"/>
            <a:ext cx="3635593" cy="37744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105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da-DK" altLang="da-DK" sz="1400" dirty="0">
                <a:solidFill>
                  <a:srgbClr val="FFFFFF"/>
                </a:solidFill>
              </a:rPr>
              <a:t>Resultatet visualiseres i et </a:t>
            </a:r>
            <a:r>
              <a:rPr lang="da-DK" altLang="da-DK" sz="1400" dirty="0" err="1">
                <a:solidFill>
                  <a:srgbClr val="FFFFFF"/>
                </a:solidFill>
              </a:rPr>
              <a:t>scatterplot</a:t>
            </a:r>
            <a:r>
              <a:rPr lang="da-DK" altLang="da-DK" sz="1400" dirty="0">
                <a:solidFill>
                  <a:srgbClr val="FFFFFF"/>
                </a:solidFill>
              </a:rPr>
              <a:t> med afleveringspræcision og gennemsnitlig afleveringslængde. 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da-DK" altLang="da-DK" sz="1400" dirty="0">
                <a:solidFill>
                  <a:srgbClr val="FFFFFF"/>
                </a:solidFill>
              </a:rPr>
              <a:t>Hver spiller er repræsenteret som et punkt. 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da-DK" altLang="da-DK" sz="1400" dirty="0">
                <a:solidFill>
                  <a:srgbClr val="FFFFFF"/>
                </a:solidFill>
              </a:rPr>
              <a:t>Farverne angiver, hvilket cluster spilleren tilhører. 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da-DK" altLang="da-DK" sz="1400" dirty="0">
                <a:solidFill>
                  <a:srgbClr val="FFFFFF"/>
                </a:solidFill>
              </a:rPr>
              <a:t>Figuren viser en tydelig opdeling mellem spillere med korte og præcise afleveringer og spillere med længere og mere risikobetonede afleveringer. 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da-DK" altLang="da-DK" sz="1400" dirty="0">
                <a:solidFill>
                  <a:srgbClr val="FFFFFF"/>
                </a:solidFill>
              </a:rPr>
              <a:t>Visualiseringen understøtter, at de valgte variable er velegnede til at adskille spillertyper.</a:t>
            </a:r>
          </a:p>
        </p:txBody>
      </p:sp>
      <p:pic>
        <p:nvPicPr>
          <p:cNvPr id="4098" name="Picture 2" descr="Et billede, der indeholder tekst, Font/skrifttype, Kurve, linje/række&#10;&#10;AI-genereret indhold kan være ukorrekt.">
            <a:extLst>
              <a:ext uri="{FF2B5EF4-FFF2-40B4-BE49-F238E27FC236}">
                <a16:creationId xmlns:a16="http://schemas.microsoft.com/office/drawing/2014/main" id="{314CE0A4-AFEB-7812-1581-9A90BC785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48451" y="2174796"/>
            <a:ext cx="6495847" cy="3118006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3542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3F6BE0-955B-31C9-C62D-E7A44E858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Fortolkning af de tre clusters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4293514-ACA1-E5F6-6AA5-D1FB0DF6F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839" y="7526147"/>
            <a:ext cx="4433103" cy="19342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a-DK" dirty="0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F75E221D-E924-65CA-512D-6B832F46D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952482"/>
              </p:ext>
            </p:extLst>
          </p:nvPr>
        </p:nvGraphicFramePr>
        <p:xfrm>
          <a:off x="857419" y="1708961"/>
          <a:ext cx="10477161" cy="4560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321">
                  <a:extLst>
                    <a:ext uri="{9D8B030D-6E8A-4147-A177-3AD203B41FA5}">
                      <a16:colId xmlns:a16="http://schemas.microsoft.com/office/drawing/2014/main" val="4075184728"/>
                    </a:ext>
                  </a:extLst>
                </a:gridCol>
                <a:gridCol w="2254500">
                  <a:extLst>
                    <a:ext uri="{9D8B030D-6E8A-4147-A177-3AD203B41FA5}">
                      <a16:colId xmlns:a16="http://schemas.microsoft.com/office/drawing/2014/main" val="926875741"/>
                    </a:ext>
                  </a:extLst>
                </a:gridCol>
                <a:gridCol w="6794340">
                  <a:extLst>
                    <a:ext uri="{9D8B030D-6E8A-4147-A177-3AD203B41FA5}">
                      <a16:colId xmlns:a16="http://schemas.microsoft.com/office/drawing/2014/main" val="3331844480"/>
                    </a:ext>
                  </a:extLst>
                </a:gridCol>
              </a:tblGrid>
              <a:tr h="267180">
                <a:tc>
                  <a:txBody>
                    <a:bodyPr/>
                    <a:lstStyle/>
                    <a:p>
                      <a:r>
                        <a:rPr lang="da-DK" dirty="0"/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Fortolkning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790116"/>
                  </a:ext>
                </a:extLst>
              </a:tr>
              <a:tr h="1269103">
                <a:tc>
                  <a:txBody>
                    <a:bodyPr/>
                    <a:lstStyle/>
                    <a:p>
                      <a:r>
                        <a:rPr lang="da-DK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b="1" dirty="0"/>
                        <a:t>Korte og præcise afleverer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dirty="0"/>
                        <a:t>Høj afleveringspræcision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dirty="0"/>
                        <a:t>Lav gennemsnitlig afleveringslængde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dirty="0"/>
                        <a:t>Lav andel lange afleveringer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dirty="0"/>
                        <a:t>Spillestil præget af kontrol og </a:t>
                      </a:r>
                      <a:r>
                        <a:rPr lang="da-DK" dirty="0" err="1"/>
                        <a:t>boldcirkulation</a:t>
                      </a:r>
                      <a:r>
                        <a:rPr lang="da-DK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848498"/>
                  </a:ext>
                </a:extLst>
              </a:tr>
              <a:tr h="1103720">
                <a:tc>
                  <a:txBody>
                    <a:bodyPr/>
                    <a:lstStyle/>
                    <a:p>
                      <a:r>
                        <a:rPr lang="da-DK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b="1" dirty="0"/>
                        <a:t>Direkte afleverer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dirty="0"/>
                        <a:t>Høj andel fremadrettede afleveringer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dirty="0"/>
                        <a:t>Moderat afleveringslængde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dirty="0"/>
                        <a:t>Mere vertikalt og tempofyldt spil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dirty="0"/>
                        <a:t>Fokus på at flytte spillet frem i banen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274360"/>
                  </a:ext>
                </a:extLst>
              </a:tr>
              <a:tr h="1669872">
                <a:tc>
                  <a:txBody>
                    <a:bodyPr/>
                    <a:lstStyle/>
                    <a:p>
                      <a:r>
                        <a:rPr lang="da-DK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b="1" dirty="0"/>
                        <a:t>Længere og mere risikovillige afleverer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dirty="0"/>
                        <a:t>Høj gennemsnitlig afleveringslængde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dirty="0"/>
                        <a:t>Høj andel lange afleveringer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dirty="0"/>
                        <a:t>Lavere afleveringspræcision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dirty="0"/>
                        <a:t>Mere udfordrende løsninger med større risiko og større offensivt potentiale </a:t>
                      </a:r>
                    </a:p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835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1183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EDCE59-71E4-4B08-7560-769FAD1F4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Praktisk anvendelse for Brøndby IF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6CFDC189-FBD1-1AC6-ABAA-D797A83AAB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525281"/>
          <a:ext cx="11169533" cy="2952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3939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31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5F51E61-07C4-F22F-540E-7027908BB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da-DK">
                <a:solidFill>
                  <a:srgbClr val="FFFFFF"/>
                </a:solidFill>
              </a:rPr>
              <a:t>Opgave 4.1 - Visualisering af clustre for afleveringer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1E086CE-099D-9053-684B-29FA0D026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r>
              <a:rPr lang="da-DK"/>
              <a:t>” Lav et Dashboard, der giver Brøndby IF et overblik over afleveringerne i indeværende sæson.”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53530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97491D-146D-FFF1-1D00-BF2BDDEB5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da-DK" dirty="0"/>
              <a:t>Fra analyse til </a:t>
            </a:r>
            <a:r>
              <a:rPr lang="da-DK" dirty="0" err="1"/>
              <a:t>dashboard</a:t>
            </a:r>
            <a:endParaRPr lang="da-DK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6C0ADF5-5075-CB4D-B10E-5454E341EE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9455914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65228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815E148-0670-C6AA-A3FD-527301C34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da-DK">
                <a:solidFill>
                  <a:srgbClr val="FFFFFF"/>
                </a:solidFill>
              </a:rPr>
              <a:t>Struktur og funktionalitet i dashboardet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F26096-0105-8255-7301-1B7DDB6FCE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312" y="2763520"/>
            <a:ext cx="8946541" cy="348487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400" err="1"/>
              <a:t>Dashboardet</a:t>
            </a:r>
            <a:r>
              <a:rPr lang="da-DK" altLang="da-DK" sz="1400"/>
              <a:t> er opdelt i en Brøndby-del og en liga/</a:t>
            </a:r>
            <a:r>
              <a:rPr lang="da-DK" altLang="da-DK" sz="1400" err="1"/>
              <a:t>scouting</a:t>
            </a:r>
            <a:r>
              <a:rPr lang="da-DK" altLang="da-DK" sz="1400"/>
              <a:t>-del. </a:t>
            </a:r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400"/>
              <a:t>Brøndby-delen giver et hurtigt overblik over holdets afleveringsmønstre gennem </a:t>
            </a:r>
            <a:r>
              <a:rPr lang="da-DK" altLang="da-DK" sz="1400" err="1"/>
              <a:t>KPI’er</a:t>
            </a:r>
            <a:r>
              <a:rPr lang="da-DK" altLang="da-DK" sz="1400"/>
              <a:t> og visualiseringer. </a:t>
            </a:r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400"/>
              <a:t>Den centrale visualisering er et </a:t>
            </a:r>
            <a:r>
              <a:rPr lang="da-DK" altLang="da-DK" sz="1400" err="1"/>
              <a:t>scatterplot</a:t>
            </a:r>
            <a:r>
              <a:rPr lang="da-DK" altLang="da-DK" sz="1400"/>
              <a:t>, hvor spillernes placering viser deres afleveringsprofil. </a:t>
            </a:r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400" err="1"/>
              <a:t>Scouting</a:t>
            </a:r>
            <a:r>
              <a:rPr lang="da-DK" altLang="da-DK" sz="1400"/>
              <a:t>-delen gør det muligt at analysere spillere fra resten af ligaen med de samme variable og metoder. </a:t>
            </a:r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400"/>
              <a:t>Filtre på sæson, afleveringsmængde, position og spillere gør </a:t>
            </a:r>
            <a:r>
              <a:rPr lang="da-DK" altLang="da-DK" sz="1400" err="1"/>
              <a:t>dashboardet</a:t>
            </a:r>
            <a:r>
              <a:rPr lang="da-DK" altLang="da-DK" sz="1400"/>
              <a:t> fleksibelt og anvendeligt. </a:t>
            </a:r>
          </a:p>
          <a:p>
            <a:pPr marR="0" lvl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lang="da-DK" altLang="da-DK" sz="1400"/>
              <a:t>Det visuelle design er inspireret af Brøndbys farver for at skabe en professionel og genkendelig præsentation.</a:t>
            </a:r>
          </a:p>
        </p:txBody>
      </p:sp>
    </p:spTree>
    <p:extLst>
      <p:ext uri="{BB962C8B-B14F-4D97-AF65-F5344CB8AC3E}">
        <p14:creationId xmlns:p14="http://schemas.microsoft.com/office/powerpoint/2010/main" val="91957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å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88</TotalTime>
  <Words>781</Words>
  <Application>Microsoft Macintosh PowerPoint</Application>
  <PresentationFormat>Widescreen</PresentationFormat>
  <Paragraphs>95</Paragraphs>
  <Slides>13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</vt:lpstr>
      <vt:lpstr>Opgave 3.1 &amp; 4.1</vt:lpstr>
      <vt:lpstr>Opgave 3.1 - Afleveringer</vt:lpstr>
      <vt:lpstr>Formål</vt:lpstr>
      <vt:lpstr>Datagrundlag og konstruktion af afleveringspræcision</vt:lpstr>
      <vt:lpstr>Aggregation fra afleveringer til spillerniveau</vt:lpstr>
      <vt:lpstr>Udvalgte variable til clustering</vt:lpstr>
      <vt:lpstr>Valg af antal clusters</vt:lpstr>
      <vt:lpstr>Tre afleveringsprofiler blandt spillerne</vt:lpstr>
      <vt:lpstr>Fortolkning af de tre clusters</vt:lpstr>
      <vt:lpstr>Praktisk anvendelse for Brøndby IF</vt:lpstr>
      <vt:lpstr>Opgave 4.1 - Visualisering af clustre for afleveringer</vt:lpstr>
      <vt:lpstr>Fra analyse til dashboard</vt:lpstr>
      <vt:lpstr>Struktur og funktionalitet i dashboardet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Umar Farooq</dc:creator>
  <cp:lastModifiedBy>Umar Farooq</cp:lastModifiedBy>
  <cp:revision>2</cp:revision>
  <dcterms:created xsi:type="dcterms:W3CDTF">2026-04-11T18:54:06Z</dcterms:created>
  <dcterms:modified xsi:type="dcterms:W3CDTF">2026-04-12T21:20:33Z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2026-04-12T19:51:59Z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a87a8387-76ac-4324-b870-d632674bf837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